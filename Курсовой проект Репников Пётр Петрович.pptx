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D6D40F9-CE4B-4EF4-8E0A-D183E2D68B80}" v="944" dt="2026-05-21T09:03:06.11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2" autoAdjust="0"/>
    <p:restoredTop sz="94660"/>
  </p:normalViewPr>
  <p:slideViewPr>
    <p:cSldViewPr snapToGrid="0">
      <p:cViewPr varScale="1">
        <p:scale>
          <a:sx n="89" d="100"/>
          <a:sy n="89" d="100"/>
        </p:scale>
        <p:origin x="8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079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37117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6369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576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002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53355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8754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5695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41692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57274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22617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FFB779-270B-4192-84BA-A697F48306DC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4979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hyperlink" Target="https://gtxpit.github.io/currencies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 descr="Изображение выглядит как Шрифт, текст, Графика, белый">
            <a:extLst>
              <a:ext uri="{FF2B5EF4-FFF2-40B4-BE49-F238E27FC236}">
                <a16:creationId xmlns:a16="http://schemas.microsoft.com/office/drawing/2014/main" id="{6F30DE38-DAEC-38BA-B908-D61CF62723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476743"/>
            <a:ext cx="6955693" cy="2947128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9F7266EB-ADA0-A549-07E5-114ACEFB28B6}"/>
              </a:ext>
            </a:extLst>
          </p:cNvPr>
          <p:cNvSpPr txBox="1"/>
          <p:nvPr/>
        </p:nvSpPr>
        <p:spPr>
          <a:xfrm>
            <a:off x="6955693" y="2706077"/>
            <a:ext cx="5246077" cy="221599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sz="22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Репников Пётр Петрович — группа 02.24.ИСИП.ОФ.9-НСК</a:t>
            </a:r>
            <a:br>
              <a:rPr lang="ru-RU" sz="2200" dirty="0">
                <a:latin typeface="Calibri"/>
                <a:ea typeface="Calibri"/>
                <a:cs typeface="Calibri"/>
              </a:rPr>
            </a:br>
            <a:r>
              <a:rPr lang="ru-RU" sz="22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Руководитель: Королёв Гордей </a:t>
            </a:r>
            <a:r>
              <a:rPr lang="ru-RU" sz="2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Александрович — Хекслет </a:t>
            </a:r>
            <a:r>
              <a:rPr lang="ru-RU" sz="22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колледж — 2026</a:t>
            </a:r>
            <a:endParaRPr lang="ru-RU" sz="2200">
              <a:latin typeface="Calibri"/>
              <a:ea typeface="Calibri"/>
              <a:cs typeface="Calibri"/>
            </a:endParaRPr>
          </a:p>
          <a:p>
            <a:endParaRPr lang="ru-RU" sz="2800" dirty="0">
              <a:latin typeface="Calibri"/>
              <a:ea typeface="Calibri"/>
              <a:cs typeface="Calibri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51214CD-0634-38BC-6587-43A8DBC9EBA8}"/>
              </a:ext>
            </a:extLst>
          </p:cNvPr>
          <p:cNvSpPr txBox="1"/>
          <p:nvPr/>
        </p:nvSpPr>
        <p:spPr>
          <a:xfrm>
            <a:off x="6955692" y="1631462"/>
            <a:ext cx="4278924" cy="10772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>
                <a:latin typeface="Calibri"/>
                <a:ea typeface="Calibri"/>
                <a:cs typeface="Calibri"/>
              </a:rPr>
              <a:t>Конвертер валют</a:t>
            </a:r>
            <a:endParaRPr lang="ru-RU" sz="3200" b="1">
              <a:latin typeface="Calibri"/>
              <a:ea typeface="Calibri"/>
              <a:cs typeface="Calibri"/>
            </a:endParaRPr>
          </a:p>
          <a:p>
            <a:pPr algn="ctr"/>
            <a:endParaRPr lang="ru-RU" sz="3200" dirty="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516515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E5509418-D19D-63B6-B48F-DD27D1BC8132}"/>
              </a:ext>
            </a:extLst>
          </p:cNvPr>
          <p:cNvSpPr/>
          <p:nvPr/>
        </p:nvSpPr>
        <p:spPr>
          <a:xfrm>
            <a:off x="6537191" y="3956222"/>
            <a:ext cx="5862483" cy="2372032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Calibri"/>
              <a:ea typeface="Calibri"/>
              <a:cs typeface="Calibri"/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A4D147B9-F972-2BEF-C569-EC4C23A92D8B}"/>
              </a:ext>
            </a:extLst>
          </p:cNvPr>
          <p:cNvSpPr/>
          <p:nvPr/>
        </p:nvSpPr>
        <p:spPr>
          <a:xfrm>
            <a:off x="6537191" y="937530"/>
            <a:ext cx="5862483" cy="2372032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Calibri"/>
              <a:ea typeface="Calibri"/>
              <a:cs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F48C3C-75E2-BCB7-B9D7-5D73B84B1C9D}"/>
              </a:ext>
            </a:extLst>
          </p:cNvPr>
          <p:cNvSpPr txBox="1"/>
          <p:nvPr/>
        </p:nvSpPr>
        <p:spPr>
          <a:xfrm>
            <a:off x="7014308" y="234462"/>
            <a:ext cx="5382847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>
                <a:latin typeface="Calibri"/>
                <a:ea typeface="Calibri"/>
                <a:cs typeface="Calibri"/>
              </a:rPr>
              <a:t>Актуальность и цель</a:t>
            </a:r>
          </a:p>
          <a:p>
            <a:pPr algn="ctr"/>
            <a:endParaRPr lang="ru-RU" sz="2800" dirty="0">
              <a:latin typeface="Calibri"/>
              <a:ea typeface="Calibri"/>
              <a:cs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72460A-4F7D-07BF-FF4C-07F2D6DF6993}"/>
              </a:ext>
            </a:extLst>
          </p:cNvPr>
          <p:cNvSpPr txBox="1"/>
          <p:nvPr/>
        </p:nvSpPr>
        <p:spPr>
          <a:xfrm>
            <a:off x="7014308" y="1094154"/>
            <a:ext cx="5382847" cy="212365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latin typeface="Calibri"/>
                <a:ea typeface="Calibri"/>
                <a:cs typeface="Calibri"/>
              </a:rPr>
              <a:t>Актуальность</a:t>
            </a:r>
          </a:p>
          <a:p>
            <a:r>
              <a:rPr lang="en-US">
                <a:latin typeface="Calibri"/>
                <a:ea typeface="Calibri"/>
                <a:cs typeface="Calibri"/>
              </a:rPr>
              <a:t>Глобализация финансовых рынков и рост онлайн‑платежей требуют быстрых доступных инструментов для получения актуальных курсов без установки сложного ПО.</a:t>
            </a:r>
          </a:p>
          <a:p>
            <a:endParaRPr lang="en-US" dirty="0">
              <a:latin typeface="Calibri"/>
              <a:ea typeface="Calibri"/>
              <a:cs typeface="Calibri"/>
            </a:endParaRPr>
          </a:p>
          <a:p>
            <a:pPr algn="ctr"/>
            <a:endParaRPr lang="ru-RU" dirty="0">
              <a:latin typeface="Calibri"/>
              <a:ea typeface="Calibri"/>
              <a:cs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CC5D431-196E-5694-DDED-D0D2C4958F8F}"/>
              </a:ext>
            </a:extLst>
          </p:cNvPr>
          <p:cNvSpPr txBox="1"/>
          <p:nvPr/>
        </p:nvSpPr>
        <p:spPr>
          <a:xfrm>
            <a:off x="7014307" y="4239847"/>
            <a:ext cx="5382847" cy="184665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latin typeface="Calibri"/>
                <a:ea typeface="Calibri"/>
                <a:cs typeface="Calibri"/>
              </a:rPr>
              <a:t>Цель</a:t>
            </a:r>
          </a:p>
          <a:p>
            <a:r>
              <a:rPr lang="en-US">
                <a:latin typeface="Calibri"/>
                <a:ea typeface="Calibri"/>
                <a:cs typeface="Calibri"/>
              </a:rPr>
              <a:t>Разработать веб‑приложение «Конвертер валют» с получением курсов от ЦБ РФ и сохранением истории операций для пользователя.</a:t>
            </a:r>
          </a:p>
          <a:p>
            <a:endParaRPr lang="en-US">
              <a:latin typeface="Calibri"/>
              <a:ea typeface="Calibri"/>
              <a:cs typeface="Calibri"/>
            </a:endParaRPr>
          </a:p>
          <a:p>
            <a:pPr algn="ctr"/>
            <a:endParaRPr lang="ru-RU">
              <a:latin typeface="Calibri"/>
              <a:ea typeface="Calibri"/>
              <a:cs typeface="Calibri"/>
            </a:endParaRPr>
          </a:p>
        </p:txBody>
      </p:sp>
      <p:pic>
        <p:nvPicPr>
          <p:cNvPr id="9" name="Рисунок 8" descr="Обмен валюты – Бесплатные иконки: стрелы">
            <a:extLst>
              <a:ext uri="{FF2B5EF4-FFF2-40B4-BE49-F238E27FC236}">
                <a16:creationId xmlns:a16="http://schemas.microsoft.com/office/drawing/2014/main" id="{8D1AF22C-6B5B-C02A-950F-DB550B66E1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523" y="990600"/>
            <a:ext cx="4876800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33862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19EB07-68C5-5856-F42F-D573AEF529EC}"/>
              </a:ext>
            </a:extLst>
          </p:cNvPr>
          <p:cNvSpPr txBox="1"/>
          <p:nvPr/>
        </p:nvSpPr>
        <p:spPr>
          <a:xfrm>
            <a:off x="761800" y="2470244"/>
            <a:ext cx="5334197" cy="3769835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400" b="1">
                <a:latin typeface="Calibri"/>
                <a:ea typeface="Calibri"/>
                <a:cs typeface="Calibri"/>
              </a:rPr>
              <a:t>Задачи проекта</a:t>
            </a:r>
            <a:endParaRPr lang="ru-RU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>
                <a:latin typeface="Calibri"/>
                <a:ea typeface="Calibri"/>
                <a:cs typeface="Calibri"/>
              </a:rPr>
              <a:t>Ключевые этапы, необходимые для реализации:</a:t>
            </a:r>
            <a:endParaRPr lang="en-US" dirty="0">
              <a:latin typeface="Calibri"/>
              <a:ea typeface="Calibri"/>
              <a:cs typeface="Calibri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>
                <a:latin typeface="Calibri"/>
                <a:ea typeface="Calibri"/>
                <a:cs typeface="Calibri"/>
              </a:rPr>
              <a:t>Изучить современные стандарты веб‑разработки.</a:t>
            </a:r>
            <a:endParaRPr lang="en-US" dirty="0">
              <a:latin typeface="Calibri"/>
              <a:ea typeface="Calibri"/>
              <a:cs typeface="Calibri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>
                <a:latin typeface="Calibri"/>
                <a:ea typeface="Calibri"/>
                <a:cs typeface="Calibri"/>
              </a:rPr>
              <a:t>Спроектировать интерфейс на HTML5 и CSS3.</a:t>
            </a:r>
            <a:endParaRPr lang="en-US" dirty="0">
              <a:latin typeface="Calibri"/>
              <a:ea typeface="Calibri"/>
              <a:cs typeface="Calibri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>
                <a:latin typeface="Calibri"/>
                <a:ea typeface="Calibri"/>
                <a:cs typeface="Calibri"/>
              </a:rPr>
              <a:t>Реализовать асинхронное получение курсов через Fetch API.</a:t>
            </a:r>
            <a:endParaRPr lang="en-US" dirty="0">
              <a:latin typeface="Calibri"/>
              <a:ea typeface="Calibri"/>
              <a:cs typeface="Calibri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>
                <a:latin typeface="Calibri"/>
                <a:ea typeface="Calibri"/>
                <a:cs typeface="Calibri"/>
              </a:rPr>
              <a:t>Разработать алгоритм кросс‑курсового пересчёта.</a:t>
            </a:r>
            <a:endParaRPr lang="en-US" dirty="0">
              <a:latin typeface="Calibri"/>
              <a:ea typeface="Calibri"/>
              <a:cs typeface="Calibri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>
                <a:latin typeface="Calibri"/>
                <a:ea typeface="Calibri"/>
                <a:cs typeface="Calibri"/>
              </a:rPr>
              <a:t>Организовать хранение истории в localStorage.</a:t>
            </a:r>
            <a:endParaRPr lang="en-US" dirty="0">
              <a:latin typeface="Calibri"/>
              <a:ea typeface="Calibri"/>
              <a:cs typeface="Calibri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>
                <a:latin typeface="Calibri"/>
                <a:ea typeface="Calibri"/>
                <a:cs typeface="Calibri"/>
              </a:rPr>
              <a:t>Обеспечить адаптивную вёрстку для мобильных устройств</a:t>
            </a:r>
            <a:endParaRPr lang="en-US" dirty="0">
              <a:latin typeface="Calibri"/>
              <a:ea typeface="Calibri"/>
              <a:cs typeface="Calibri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>
              <a:latin typeface="Calibri"/>
              <a:ea typeface="Calibri"/>
              <a:cs typeface="Calibri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>
              <a:latin typeface="Calibri"/>
              <a:ea typeface="Calibri"/>
              <a:cs typeface="Calibri"/>
            </a:endParaRPr>
          </a:p>
        </p:txBody>
      </p:sp>
      <p:pic>
        <p:nvPicPr>
          <p:cNvPr id="6" name="Рисунок 5" descr="Изображение выглядит как текст, зарисовка, рисунок, мультфильм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17AD719-00EA-CC15-5BF6-322D26354E1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422" r="2" b="2"/>
          <a:stretch>
            <a:fillRect/>
          </a:stretch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507247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Прямоугольник: скругленные углы 26">
            <a:extLst>
              <a:ext uri="{FF2B5EF4-FFF2-40B4-BE49-F238E27FC236}">
                <a16:creationId xmlns:a16="http://schemas.microsoft.com/office/drawing/2014/main" id="{FEE2322D-7DF7-BBD4-6EBF-7C84D3FA0BB9}"/>
              </a:ext>
            </a:extLst>
          </p:cNvPr>
          <p:cNvSpPr/>
          <p:nvPr/>
        </p:nvSpPr>
        <p:spPr>
          <a:xfrm>
            <a:off x="7780942" y="2998160"/>
            <a:ext cx="3780857" cy="3052138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Прямоугольник: скругленные углы 25">
            <a:extLst>
              <a:ext uri="{FF2B5EF4-FFF2-40B4-BE49-F238E27FC236}">
                <a16:creationId xmlns:a16="http://schemas.microsoft.com/office/drawing/2014/main" id="{C72C8D42-0066-95C5-0B8D-77A735FD0138}"/>
              </a:ext>
            </a:extLst>
          </p:cNvPr>
          <p:cNvSpPr/>
          <p:nvPr/>
        </p:nvSpPr>
        <p:spPr>
          <a:xfrm>
            <a:off x="4029558" y="2998159"/>
            <a:ext cx="3585473" cy="3052138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Прямоугольник: скругленные углы 24">
            <a:extLst>
              <a:ext uri="{FF2B5EF4-FFF2-40B4-BE49-F238E27FC236}">
                <a16:creationId xmlns:a16="http://schemas.microsoft.com/office/drawing/2014/main" id="{10386E0C-6C0C-10D8-5771-0C3F4513760D}"/>
              </a:ext>
            </a:extLst>
          </p:cNvPr>
          <p:cNvSpPr/>
          <p:nvPr/>
        </p:nvSpPr>
        <p:spPr>
          <a:xfrm>
            <a:off x="219558" y="2998161"/>
            <a:ext cx="3585473" cy="3052137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Прямоугольник: скругленные углы 23">
            <a:extLst>
              <a:ext uri="{FF2B5EF4-FFF2-40B4-BE49-F238E27FC236}">
                <a16:creationId xmlns:a16="http://schemas.microsoft.com/office/drawing/2014/main" id="{D9DBF9DC-7B3E-F771-BB7D-02B313DA277D}"/>
              </a:ext>
            </a:extLst>
          </p:cNvPr>
          <p:cNvSpPr/>
          <p:nvPr/>
        </p:nvSpPr>
        <p:spPr>
          <a:xfrm>
            <a:off x="7790710" y="-995"/>
            <a:ext cx="4406089" cy="2280369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Прямоугольник: скругленные углы 22">
            <a:extLst>
              <a:ext uri="{FF2B5EF4-FFF2-40B4-BE49-F238E27FC236}">
                <a16:creationId xmlns:a16="http://schemas.microsoft.com/office/drawing/2014/main" id="{87FC2A37-6009-B0F1-4E66-199F30854837}"/>
              </a:ext>
            </a:extLst>
          </p:cNvPr>
          <p:cNvSpPr/>
          <p:nvPr/>
        </p:nvSpPr>
        <p:spPr>
          <a:xfrm>
            <a:off x="3834173" y="96698"/>
            <a:ext cx="3409627" cy="2182677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Прямоугольник: скругленные углы 21">
            <a:extLst>
              <a:ext uri="{FF2B5EF4-FFF2-40B4-BE49-F238E27FC236}">
                <a16:creationId xmlns:a16="http://schemas.microsoft.com/office/drawing/2014/main" id="{12280C55-4335-6B75-6141-983CD1E06BDE}"/>
              </a:ext>
            </a:extLst>
          </p:cNvPr>
          <p:cNvSpPr/>
          <p:nvPr/>
        </p:nvSpPr>
        <p:spPr>
          <a:xfrm>
            <a:off x="219558" y="116237"/>
            <a:ext cx="3409627" cy="2182677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49C8BC-55B8-5D38-4F97-B337A5B14331}"/>
              </a:ext>
            </a:extLst>
          </p:cNvPr>
          <p:cNvSpPr txBox="1"/>
          <p:nvPr/>
        </p:nvSpPr>
        <p:spPr>
          <a:xfrm>
            <a:off x="1768231" y="254000"/>
            <a:ext cx="1826847" cy="212365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latin typeface="Calibri"/>
                <a:ea typeface="Calibri"/>
                <a:cs typeface="Calibri"/>
              </a:rPr>
              <a:t>HTML5</a:t>
            </a:r>
          </a:p>
          <a:p>
            <a:r>
              <a:rPr lang="en-US">
                <a:latin typeface="Calibri"/>
                <a:ea typeface="Calibri"/>
                <a:cs typeface="Calibri"/>
              </a:rPr>
              <a:t>Структура страницы, семантика и доступность.</a:t>
            </a:r>
          </a:p>
          <a:p>
            <a:endParaRPr lang="en-US"/>
          </a:p>
          <a:p>
            <a:pPr algn="ctr"/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D6C375-EF70-6C85-2F32-4A76873B9E94}"/>
              </a:ext>
            </a:extLst>
          </p:cNvPr>
          <p:cNvSpPr txBox="1"/>
          <p:nvPr/>
        </p:nvSpPr>
        <p:spPr>
          <a:xfrm>
            <a:off x="5461000" y="429846"/>
            <a:ext cx="2325077" cy="184665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latin typeface="Calibri"/>
                <a:ea typeface="Calibri"/>
                <a:cs typeface="Calibri"/>
              </a:rPr>
              <a:t>CSS3</a:t>
            </a:r>
          </a:p>
          <a:p>
            <a:r>
              <a:rPr lang="en-US">
                <a:latin typeface="Calibri"/>
                <a:ea typeface="Calibri"/>
                <a:cs typeface="Calibri"/>
              </a:rPr>
              <a:t>Стилизация, адаптивность и медиазапросы.</a:t>
            </a:r>
          </a:p>
          <a:p>
            <a:endParaRPr lang="en-US"/>
          </a:p>
          <a:p>
            <a:pPr algn="ctr"/>
            <a:endParaRPr lang="ru-RU"/>
          </a:p>
        </p:txBody>
      </p:sp>
      <p:pic>
        <p:nvPicPr>
          <p:cNvPr id="7" name="Рисунок 6" descr="Файл:CSS3 logo and wordmark.svg — Википедия">
            <a:extLst>
              <a:ext uri="{FF2B5EF4-FFF2-40B4-BE49-F238E27FC236}">
                <a16:creationId xmlns:a16="http://schemas.microsoft.com/office/drawing/2014/main" id="{6B41733F-4B57-4283-DF03-B9D33168F8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0539" y="410307"/>
            <a:ext cx="1084384" cy="1152769"/>
          </a:xfrm>
          <a:prstGeom prst="rect">
            <a:avLst/>
          </a:prstGeom>
        </p:spPr>
      </p:pic>
      <p:pic>
        <p:nvPicPr>
          <p:cNvPr id="9" name="Рисунок 8" descr="HTML5 — Википедия">
            <a:extLst>
              <a:ext uri="{FF2B5EF4-FFF2-40B4-BE49-F238E27FC236}">
                <a16:creationId xmlns:a16="http://schemas.microsoft.com/office/drawing/2014/main" id="{31E20895-6DB5-B67A-2259-20EC56A8A5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668" y="442668"/>
            <a:ext cx="1263895" cy="126389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1769F75-E465-D0DC-423D-7A5E494D11DD}"/>
              </a:ext>
            </a:extLst>
          </p:cNvPr>
          <p:cNvSpPr txBox="1"/>
          <p:nvPr/>
        </p:nvSpPr>
        <p:spPr>
          <a:xfrm>
            <a:off x="9837615" y="517770"/>
            <a:ext cx="2481385" cy="184665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latin typeface="Calibri"/>
                <a:ea typeface="Calibri"/>
                <a:cs typeface="Calibri"/>
              </a:rPr>
              <a:t>JavaScript (ES6+)</a:t>
            </a:r>
          </a:p>
          <a:p>
            <a:r>
              <a:rPr lang="en-US">
                <a:latin typeface="Calibri"/>
                <a:ea typeface="Calibri"/>
                <a:cs typeface="Calibri"/>
              </a:rPr>
              <a:t>Логика приложения, управление состоянием и DOM.</a:t>
            </a:r>
          </a:p>
          <a:p>
            <a:endParaRPr lang="en-US"/>
          </a:p>
          <a:p>
            <a:pPr algn="ctr"/>
            <a:endParaRPr lang="ru-RU"/>
          </a:p>
        </p:txBody>
      </p:sp>
      <p:pic>
        <p:nvPicPr>
          <p:cNvPr id="11" name="Рисунок 10" descr="JavaScript Tutorial">
            <a:extLst>
              <a:ext uri="{FF2B5EF4-FFF2-40B4-BE49-F238E27FC236}">
                <a16:creationId xmlns:a16="http://schemas.microsoft.com/office/drawing/2014/main" id="{82F48370-A456-8714-38D0-B2F732743A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2938" y="250091"/>
            <a:ext cx="1502508" cy="147320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F6B867E-3EEB-D88A-BD62-3B1253C651A2}"/>
              </a:ext>
            </a:extLst>
          </p:cNvPr>
          <p:cNvSpPr txBox="1"/>
          <p:nvPr/>
        </p:nvSpPr>
        <p:spPr>
          <a:xfrm>
            <a:off x="312616" y="4386384"/>
            <a:ext cx="2452077" cy="184665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latin typeface="Calibri"/>
                <a:ea typeface="Calibri"/>
                <a:cs typeface="Calibri"/>
              </a:rPr>
              <a:t>Fetch API</a:t>
            </a:r>
          </a:p>
          <a:p>
            <a:r>
              <a:rPr lang="en-US">
                <a:latin typeface="Calibri"/>
                <a:ea typeface="Calibri"/>
                <a:cs typeface="Calibri"/>
              </a:rPr>
              <a:t>Запросы к API ЦБ РФ и обработка JSON‑ответов.</a:t>
            </a:r>
          </a:p>
          <a:p>
            <a:endParaRPr lang="en-US" dirty="0">
              <a:latin typeface="Calibri"/>
              <a:ea typeface="Calibri"/>
              <a:cs typeface="Calibri"/>
            </a:endParaRPr>
          </a:p>
          <a:p>
            <a:pPr algn="ctr"/>
            <a:endParaRPr lang="ru-RU" dirty="0">
              <a:latin typeface="Calibri"/>
              <a:ea typeface="Calibri"/>
              <a:cs typeface="Calibri"/>
            </a:endParaRPr>
          </a:p>
        </p:txBody>
      </p:sp>
      <p:pic>
        <p:nvPicPr>
          <p:cNvPr id="13" name="Рисунок 12" descr="Fetch API Fundamentals: Streaming Data Over HTTP With Node.js | Nile Bits">
            <a:extLst>
              <a:ext uri="{FF2B5EF4-FFF2-40B4-BE49-F238E27FC236}">
                <a16:creationId xmlns:a16="http://schemas.microsoft.com/office/drawing/2014/main" id="{0AB3FC84-2F67-3ED9-7B52-0A209EDE39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8477" y="3339124"/>
            <a:ext cx="1609970" cy="804985"/>
          </a:xfrm>
          <a:prstGeom prst="rect">
            <a:avLst/>
          </a:prstGeom>
        </p:spPr>
      </p:pic>
      <p:pic>
        <p:nvPicPr>
          <p:cNvPr id="16" name="Рисунок 15" descr="JavaScript localStorage: Полное руководство">
            <a:extLst>
              <a:ext uri="{FF2B5EF4-FFF2-40B4-BE49-F238E27FC236}">
                <a16:creationId xmlns:a16="http://schemas.microsoft.com/office/drawing/2014/main" id="{649F9DC4-DEF6-A5B6-C6AE-36F23549C76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06631" y="3339710"/>
            <a:ext cx="2665047" cy="891736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335653E7-1AA0-B7E7-D041-E71F4F63B265}"/>
              </a:ext>
            </a:extLst>
          </p:cNvPr>
          <p:cNvSpPr txBox="1"/>
          <p:nvPr/>
        </p:nvSpPr>
        <p:spPr>
          <a:xfrm>
            <a:off x="4210539" y="4386385"/>
            <a:ext cx="2823308" cy="184665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latin typeface="Calibri"/>
                <a:ea typeface="Calibri"/>
                <a:cs typeface="Calibri"/>
              </a:rPr>
              <a:t>localStorage</a:t>
            </a:r>
          </a:p>
          <a:p>
            <a:r>
              <a:rPr lang="en-US">
                <a:latin typeface="Calibri"/>
                <a:ea typeface="Calibri"/>
                <a:cs typeface="Calibri"/>
              </a:rPr>
              <a:t>Сохранение истории операций между сессиями.</a:t>
            </a:r>
          </a:p>
          <a:p>
            <a:endParaRPr lang="en-US"/>
          </a:p>
          <a:p>
            <a:pPr algn="ctr"/>
            <a:endParaRPr lang="ru-RU"/>
          </a:p>
        </p:txBody>
      </p:sp>
      <p:pic>
        <p:nvPicPr>
          <p:cNvPr id="20" name="Рисунок 19" descr="Git &amp; Github">
            <a:extLst>
              <a:ext uri="{FF2B5EF4-FFF2-40B4-BE49-F238E27FC236}">
                <a16:creationId xmlns:a16="http://schemas.microsoft.com/office/drawing/2014/main" id="{CC98A8D7-16B6-8FDC-DC4A-87EC863D9B5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74404" y="3146669"/>
            <a:ext cx="2857500" cy="160020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A0DB6BA2-A695-5F10-C9DE-EB95D1065BC0}"/>
              </a:ext>
            </a:extLst>
          </p:cNvPr>
          <p:cNvSpPr txBox="1"/>
          <p:nvPr/>
        </p:nvSpPr>
        <p:spPr>
          <a:xfrm>
            <a:off x="8176847" y="4904154"/>
            <a:ext cx="3272692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latin typeface="Calibri"/>
                <a:ea typeface="Calibri"/>
                <a:cs typeface="Calibri"/>
              </a:rPr>
              <a:t>Vite / GitHub Pages</a:t>
            </a:r>
          </a:p>
          <a:p>
            <a:r>
              <a:rPr lang="en-US">
                <a:latin typeface="Calibri"/>
                <a:ea typeface="Calibri"/>
                <a:cs typeface="Calibri"/>
              </a:rPr>
              <a:t>Сборка и деплой приложения в публичный доступ</a:t>
            </a:r>
            <a:r>
              <a:rPr lang="en-US"/>
              <a:t>.</a:t>
            </a:r>
          </a:p>
          <a:p>
            <a:endParaRPr lang="en-US"/>
          </a:p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51668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6" name="Rectangle 28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ight Triangle 30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8" name="Rectangle 32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425CC9E-A759-2088-4ED3-D9FBFDDC22EE}"/>
              </a:ext>
            </a:extLst>
          </p:cNvPr>
          <p:cNvSpPr txBox="1"/>
          <p:nvPr/>
        </p:nvSpPr>
        <p:spPr>
          <a:xfrm>
            <a:off x="1156087" y="1845842"/>
            <a:ext cx="8074815" cy="2800395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400" b="1">
                <a:latin typeface="Calibri"/>
                <a:ea typeface="Calibri"/>
                <a:cs typeface="Calibri"/>
              </a:rPr>
              <a:t>  Архитектура приложения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>
                <a:latin typeface="Calibri"/>
                <a:ea typeface="Calibri"/>
                <a:cs typeface="Calibri"/>
              </a:rPr>
              <a:t>Модульная архитектура, приближенная к MVC: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>
                <a:latin typeface="Calibri"/>
                <a:ea typeface="Calibri"/>
                <a:cs typeface="Calibri"/>
              </a:rPr>
              <a:t>Model:</a:t>
            </a:r>
            <a:r>
              <a:rPr lang="en-US">
                <a:latin typeface="Calibri"/>
                <a:ea typeface="Calibri"/>
                <a:cs typeface="Calibri"/>
              </a:rPr>
              <a:t> загрузка курсов, currencyRates, localStorage.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>
                <a:latin typeface="Calibri"/>
                <a:ea typeface="Calibri"/>
                <a:cs typeface="Calibri"/>
              </a:rPr>
              <a:t>View:</a:t>
            </a:r>
            <a:r>
              <a:rPr lang="en-US">
                <a:latin typeface="Calibri"/>
                <a:ea typeface="Calibri"/>
                <a:cs typeface="Calibri"/>
              </a:rPr>
              <a:t> рендеринг результатов, списка истории, обновление даты курсов.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>
                <a:latin typeface="Calibri"/>
                <a:ea typeface="Calibri"/>
                <a:cs typeface="Calibri"/>
              </a:rPr>
              <a:t>Controller:</a:t>
            </a:r>
            <a:r>
              <a:rPr lang="en-US">
                <a:latin typeface="Calibri"/>
                <a:ea typeface="Calibri"/>
                <a:cs typeface="Calibri"/>
              </a:rPr>
              <a:t> обработка ввода, событий, вызов логики конвертации.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dirty="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211363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: скругленные противолежащие углы 12">
            <a:extLst>
              <a:ext uri="{FF2B5EF4-FFF2-40B4-BE49-F238E27FC236}">
                <a16:creationId xmlns:a16="http://schemas.microsoft.com/office/drawing/2014/main" id="{4C1F2E6D-DDEE-1040-33C4-203717ED4A4D}"/>
              </a:ext>
            </a:extLst>
          </p:cNvPr>
          <p:cNvSpPr/>
          <p:nvPr/>
        </p:nvSpPr>
        <p:spPr>
          <a:xfrm>
            <a:off x="568271" y="2273084"/>
            <a:ext cx="6302644" cy="1446508"/>
          </a:xfrm>
          <a:prstGeom prst="round2Diag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Calibri"/>
              <a:ea typeface="Calibri"/>
              <a:cs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E0B9797-A6AF-16A2-0481-77A95D74E0C7}"/>
              </a:ext>
            </a:extLst>
          </p:cNvPr>
          <p:cNvSpPr txBox="1"/>
          <p:nvPr/>
        </p:nvSpPr>
        <p:spPr>
          <a:xfrm>
            <a:off x="722923" y="1221154"/>
            <a:ext cx="6096000" cy="39703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latin typeface="Calibri"/>
                <a:ea typeface="Calibri"/>
                <a:cs typeface="Calibri"/>
              </a:rPr>
              <a:t>Получение курсов с API (Fetch)</a:t>
            </a:r>
          </a:p>
          <a:p>
            <a:r>
              <a:rPr lang="en-US">
                <a:latin typeface="Calibri"/>
                <a:ea typeface="Calibri"/>
                <a:cs typeface="Calibri"/>
              </a:rPr>
              <a:t>Запрос к официальному API ЦБ РФ выполняется</a:t>
            </a:r>
            <a:endParaRPr lang="en-US" dirty="0">
              <a:latin typeface="Calibri"/>
              <a:ea typeface="Calibri"/>
              <a:cs typeface="Calibri"/>
            </a:endParaRPr>
          </a:p>
          <a:p>
            <a:r>
              <a:rPr lang="en-US" dirty="0">
                <a:latin typeface="Calibri"/>
                <a:ea typeface="Calibri"/>
                <a:cs typeface="Calibri"/>
              </a:rPr>
              <a:t> </a:t>
            </a:r>
            <a:r>
              <a:rPr lang="en-US">
                <a:latin typeface="Calibri"/>
                <a:ea typeface="Calibri"/>
                <a:cs typeface="Calibri"/>
              </a:rPr>
              <a:t>асинхронно. Пример использования fetch:</a:t>
            </a:r>
            <a:endParaRPr lang="en-US" dirty="0">
              <a:latin typeface="Calibri"/>
              <a:ea typeface="Calibri"/>
              <a:cs typeface="Calibri"/>
            </a:endParaRPr>
          </a:p>
          <a:p>
            <a:endParaRPr lang="en-US" dirty="0">
              <a:latin typeface="Calibri"/>
              <a:ea typeface="Calibri"/>
              <a:cs typeface="Calibri"/>
            </a:endParaRPr>
          </a:p>
          <a:p>
            <a:endParaRPr lang="en-US" dirty="0">
              <a:latin typeface="Calibri"/>
              <a:ea typeface="Calibri"/>
              <a:cs typeface="Calibri"/>
            </a:endParaRPr>
          </a:p>
          <a:p>
            <a:endParaRPr lang="en-US" dirty="0">
              <a:latin typeface="Calibri"/>
              <a:ea typeface="Calibri"/>
              <a:cs typeface="Calibri"/>
            </a:endParaRPr>
          </a:p>
          <a:p>
            <a:endParaRPr lang="en-US" dirty="0">
              <a:latin typeface="Calibri"/>
              <a:ea typeface="Calibri"/>
              <a:cs typeface="Calibri"/>
            </a:endParaRPr>
          </a:p>
          <a:p>
            <a:endParaRPr lang="en-US" dirty="0">
              <a:latin typeface="Calibri"/>
              <a:ea typeface="Calibri"/>
              <a:cs typeface="Calibri"/>
            </a:endParaRPr>
          </a:p>
          <a:p>
            <a:endParaRPr lang="en-US" dirty="0">
              <a:latin typeface="Calibri"/>
              <a:ea typeface="Calibri"/>
              <a:cs typeface="Calibri"/>
            </a:endParaRPr>
          </a:p>
          <a:p>
            <a:endParaRPr lang="en-US" dirty="0">
              <a:latin typeface="Calibri"/>
              <a:ea typeface="Calibri"/>
              <a:cs typeface="Calibri"/>
            </a:endParaRPr>
          </a:p>
          <a:p>
            <a:r>
              <a:rPr lang="en-US">
                <a:latin typeface="Calibri"/>
                <a:ea typeface="Calibri"/>
                <a:cs typeface="Calibri"/>
              </a:rPr>
              <a:t>Учесть номинал валют: курс для расчётов = Value / Nominal (например, для USD).</a:t>
            </a:r>
            <a:endParaRPr lang="en-US" dirty="0">
              <a:latin typeface="Calibri"/>
              <a:ea typeface="Calibri"/>
              <a:cs typeface="Calibri"/>
            </a:endParaRPr>
          </a:p>
          <a:p>
            <a:endParaRPr lang="en-US" dirty="0">
              <a:latin typeface="Calibri"/>
              <a:ea typeface="Calibri"/>
              <a:cs typeface="Calibri"/>
            </a:endParaRPr>
          </a:p>
          <a:p>
            <a:pPr algn="ctr"/>
            <a:endParaRPr lang="ru-RU" dirty="0">
              <a:latin typeface="Calibri"/>
              <a:ea typeface="Calibri"/>
              <a:cs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E104F3-B352-BD99-1A83-931E55DDA21E}"/>
              </a:ext>
            </a:extLst>
          </p:cNvPr>
          <p:cNvSpPr txBox="1"/>
          <p:nvPr/>
        </p:nvSpPr>
        <p:spPr>
          <a:xfrm>
            <a:off x="722923" y="2393462"/>
            <a:ext cx="6096000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fetch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('https://www.cbr-xml-daily.ru/daily_json.js') .then(response =&gt; response.json()) </a:t>
            </a:r>
            <a:endParaRPr lang="en-US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r>
              <a:rPr lang="en-US" sz="1800" b="0" i="0" u="none" strike="noStrike" baseline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.then(data =&gt; { /* обработка data.Valute */ }); </a:t>
            </a:r>
            <a:endParaRPr lang="en-US">
              <a:latin typeface="Calibri"/>
              <a:ea typeface="Calibri"/>
              <a:cs typeface="Calibri"/>
            </a:endParaRPr>
          </a:p>
          <a:p>
            <a:pPr algn="ctr"/>
            <a:endParaRPr lang="ru-RU">
              <a:latin typeface="Calibri"/>
              <a:ea typeface="Calibri"/>
              <a:cs typeface="Calibri"/>
            </a:endParaRPr>
          </a:p>
        </p:txBody>
      </p:sp>
      <p:pic>
        <p:nvPicPr>
          <p:cNvPr id="15" name="Рисунок 14" descr="Изображение выглядит как текст, диаграмма, рисунок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E85A26C-C4C3-673C-9AC6-DC4EF99B35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2249" y="1075592"/>
            <a:ext cx="4088424" cy="4247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31126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9">
            <a:extLst>
              <a:ext uri="{FF2B5EF4-FFF2-40B4-BE49-F238E27FC236}">
                <a16:creationId xmlns:a16="http://schemas.microsoft.com/office/drawing/2014/main" id="{23E547B5-89CF-4EC0-96DE-25771AED07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1">
            <a:extLst>
              <a:ext uri="{FF2B5EF4-FFF2-40B4-BE49-F238E27FC236}">
                <a16:creationId xmlns:a16="http://schemas.microsoft.com/office/drawing/2014/main" id="{3F0B8CEB-8279-4E5E-A0CE-1FC9F71736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782" y="0"/>
            <a:ext cx="7421217" cy="6857999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Рисунок 4" descr="Конвертер валют – Бесплатные иконки:">
            <a:extLst>
              <a:ext uri="{FF2B5EF4-FFF2-40B4-BE49-F238E27FC236}">
                <a16:creationId xmlns:a16="http://schemas.microsoft.com/office/drawing/2014/main" id="{820878DF-8F9E-7225-5662-1B894400595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33" r="-2" b="-2"/>
          <a:stretch>
            <a:fillRect/>
          </a:stretch>
        </p:blipFill>
        <p:spPr>
          <a:xfrm>
            <a:off x="20" y="10"/>
            <a:ext cx="6901711" cy="6857990"/>
          </a:xfrm>
          <a:custGeom>
            <a:avLst/>
            <a:gdLst/>
            <a:ahLst/>
            <a:cxnLst/>
            <a:rect l="l" t="t" r="r" b="b"/>
            <a:pathLst>
              <a:path w="6901731" h="6858000">
                <a:moveTo>
                  <a:pt x="0" y="0"/>
                </a:moveTo>
                <a:lnTo>
                  <a:pt x="6897896" y="5958"/>
                </a:lnTo>
                <a:lnTo>
                  <a:pt x="6866823" y="62592"/>
                </a:lnTo>
                <a:lnTo>
                  <a:pt x="6901731" y="89476"/>
                </a:lnTo>
                <a:lnTo>
                  <a:pt x="6901731" y="103833"/>
                </a:lnTo>
                <a:lnTo>
                  <a:pt x="6900034" y="110092"/>
                </a:lnTo>
                <a:lnTo>
                  <a:pt x="6901731" y="113679"/>
                </a:lnTo>
                <a:lnTo>
                  <a:pt x="6901731" y="405560"/>
                </a:lnTo>
                <a:lnTo>
                  <a:pt x="6900456" y="429509"/>
                </a:lnTo>
                <a:cubicBezTo>
                  <a:pt x="6892773" y="535647"/>
                  <a:pt x="6878314" y="537918"/>
                  <a:pt x="6886342" y="636808"/>
                </a:cubicBezTo>
                <a:cubicBezTo>
                  <a:pt x="6892506" y="756883"/>
                  <a:pt x="6864504" y="771443"/>
                  <a:pt x="6851784" y="839073"/>
                </a:cubicBezTo>
                <a:cubicBezTo>
                  <a:pt x="6838675" y="892655"/>
                  <a:pt x="6864124" y="961738"/>
                  <a:pt x="6845760" y="994930"/>
                </a:cubicBezTo>
                <a:cubicBezTo>
                  <a:pt x="6833572" y="1024166"/>
                  <a:pt x="6859282" y="1058905"/>
                  <a:pt x="6845601" y="1112932"/>
                </a:cubicBezTo>
                <a:cubicBezTo>
                  <a:pt x="6838700" y="1149910"/>
                  <a:pt x="6829138" y="1151035"/>
                  <a:pt x="6820235" y="1187433"/>
                </a:cubicBezTo>
                <a:cubicBezTo>
                  <a:pt x="6815504" y="1196464"/>
                  <a:pt x="6777707" y="1338549"/>
                  <a:pt x="6759643" y="1337010"/>
                </a:cubicBezTo>
                <a:cubicBezTo>
                  <a:pt x="6737660" y="1337296"/>
                  <a:pt x="6760650" y="1396341"/>
                  <a:pt x="6736375" y="1382272"/>
                </a:cubicBezTo>
                <a:cubicBezTo>
                  <a:pt x="6755741" y="1415836"/>
                  <a:pt x="6714675" y="1414567"/>
                  <a:pt x="6701292" y="1432111"/>
                </a:cubicBezTo>
                <a:cubicBezTo>
                  <a:pt x="6721110" y="1460185"/>
                  <a:pt x="6692106" y="1490815"/>
                  <a:pt x="6686578" y="1518624"/>
                </a:cubicBezTo>
                <a:cubicBezTo>
                  <a:pt x="6682512" y="1567002"/>
                  <a:pt x="6679579" y="1571443"/>
                  <a:pt x="6670824" y="1607743"/>
                </a:cubicBezTo>
                <a:cubicBezTo>
                  <a:pt x="6671133" y="1629590"/>
                  <a:pt x="6663161" y="1656870"/>
                  <a:pt x="6664392" y="1696405"/>
                </a:cubicBezTo>
                <a:cubicBezTo>
                  <a:pt x="6655686" y="1770486"/>
                  <a:pt x="6641938" y="1757082"/>
                  <a:pt x="6642880" y="1812372"/>
                </a:cubicBezTo>
                <a:cubicBezTo>
                  <a:pt x="6638579" y="1872475"/>
                  <a:pt x="6619231" y="1825476"/>
                  <a:pt x="6612547" y="1876437"/>
                </a:cubicBezTo>
                <a:cubicBezTo>
                  <a:pt x="6600695" y="1913834"/>
                  <a:pt x="6591061" y="1923231"/>
                  <a:pt x="6571760" y="1953331"/>
                </a:cubicBezTo>
                <a:cubicBezTo>
                  <a:pt x="6561039" y="1989021"/>
                  <a:pt x="6544090" y="2087896"/>
                  <a:pt x="6520213" y="2096455"/>
                </a:cubicBezTo>
                <a:lnTo>
                  <a:pt x="6492461" y="2188148"/>
                </a:lnTo>
                <a:cubicBezTo>
                  <a:pt x="6504372" y="2211333"/>
                  <a:pt x="6489131" y="2253220"/>
                  <a:pt x="6471854" y="2259117"/>
                </a:cubicBezTo>
                <a:cubicBezTo>
                  <a:pt x="6466151" y="2287829"/>
                  <a:pt x="6440452" y="2301346"/>
                  <a:pt x="6439832" y="2328334"/>
                </a:cubicBezTo>
                <a:cubicBezTo>
                  <a:pt x="6431013" y="2351201"/>
                  <a:pt x="6444250" y="2396409"/>
                  <a:pt x="6425162" y="2408211"/>
                </a:cubicBezTo>
                <a:lnTo>
                  <a:pt x="6417221" y="2427382"/>
                </a:lnTo>
                <a:lnTo>
                  <a:pt x="6425030" y="2464387"/>
                </a:lnTo>
                <a:lnTo>
                  <a:pt x="6406293" y="2472223"/>
                </a:lnTo>
                <a:cubicBezTo>
                  <a:pt x="6406862" y="2477277"/>
                  <a:pt x="6406486" y="2491723"/>
                  <a:pt x="6405400" y="2493547"/>
                </a:cubicBezTo>
                <a:lnTo>
                  <a:pt x="6374829" y="2532070"/>
                </a:lnTo>
                <a:cubicBezTo>
                  <a:pt x="6374597" y="2545374"/>
                  <a:pt x="6360976" y="2563797"/>
                  <a:pt x="6350864" y="2577422"/>
                </a:cubicBezTo>
                <a:cubicBezTo>
                  <a:pt x="6327056" y="2632768"/>
                  <a:pt x="6341262" y="2616275"/>
                  <a:pt x="6329174" y="2663854"/>
                </a:cubicBezTo>
                <a:cubicBezTo>
                  <a:pt x="6326303" y="2703642"/>
                  <a:pt x="6332854" y="2709643"/>
                  <a:pt x="6315095" y="2741507"/>
                </a:cubicBezTo>
                <a:cubicBezTo>
                  <a:pt x="6319921" y="2740191"/>
                  <a:pt x="6321925" y="2742004"/>
                  <a:pt x="6322463" y="2745641"/>
                </a:cubicBezTo>
                <a:cubicBezTo>
                  <a:pt x="6322245" y="2747982"/>
                  <a:pt x="6322027" y="2750323"/>
                  <a:pt x="6321808" y="2752663"/>
                </a:cubicBezTo>
                <a:lnTo>
                  <a:pt x="6314569" y="2756718"/>
                </a:lnTo>
                <a:cubicBezTo>
                  <a:pt x="6289324" y="2773686"/>
                  <a:pt x="6317551" y="2780051"/>
                  <a:pt x="6315211" y="2811618"/>
                </a:cubicBezTo>
                <a:cubicBezTo>
                  <a:pt x="6315620" y="2826627"/>
                  <a:pt x="6296047" y="2885298"/>
                  <a:pt x="6302211" y="2882314"/>
                </a:cubicBezTo>
                <a:lnTo>
                  <a:pt x="6286167" y="2949597"/>
                </a:lnTo>
                <a:cubicBezTo>
                  <a:pt x="6286401" y="2994618"/>
                  <a:pt x="6286615" y="2971464"/>
                  <a:pt x="6287037" y="3008578"/>
                </a:cubicBezTo>
                <a:cubicBezTo>
                  <a:pt x="6293795" y="3029535"/>
                  <a:pt x="6274405" y="3114154"/>
                  <a:pt x="6259150" y="3123139"/>
                </a:cubicBezTo>
                <a:cubicBezTo>
                  <a:pt x="6250085" y="3189063"/>
                  <a:pt x="6269067" y="3151280"/>
                  <a:pt x="6272249" y="3227854"/>
                </a:cubicBezTo>
                <a:cubicBezTo>
                  <a:pt x="6278775" y="3295842"/>
                  <a:pt x="6289216" y="3303765"/>
                  <a:pt x="6292288" y="3378383"/>
                </a:cubicBezTo>
                <a:cubicBezTo>
                  <a:pt x="6303894" y="3395995"/>
                  <a:pt x="6287498" y="3432581"/>
                  <a:pt x="6288328" y="3459618"/>
                </a:cubicBezTo>
                <a:cubicBezTo>
                  <a:pt x="6289158" y="3486653"/>
                  <a:pt x="6299937" y="3538735"/>
                  <a:pt x="6297272" y="3540603"/>
                </a:cubicBezTo>
                <a:cubicBezTo>
                  <a:pt x="6296849" y="3577379"/>
                  <a:pt x="6294184" y="3587943"/>
                  <a:pt x="6291001" y="3638374"/>
                </a:cubicBezTo>
                <a:cubicBezTo>
                  <a:pt x="6283026" y="3666794"/>
                  <a:pt x="6265833" y="3731744"/>
                  <a:pt x="6283592" y="3763609"/>
                </a:cubicBezTo>
                <a:cubicBezTo>
                  <a:pt x="6264286" y="3758340"/>
                  <a:pt x="6290177" y="3803150"/>
                  <a:pt x="6274068" y="3814506"/>
                </a:cubicBezTo>
                <a:cubicBezTo>
                  <a:pt x="6260645" y="3821643"/>
                  <a:pt x="6265372" y="3836902"/>
                  <a:pt x="6262850" y="3850454"/>
                </a:cubicBezTo>
                <a:cubicBezTo>
                  <a:pt x="6250418" y="3863479"/>
                  <a:pt x="6250660" y="3955243"/>
                  <a:pt x="6257357" y="3975474"/>
                </a:cubicBezTo>
                <a:cubicBezTo>
                  <a:pt x="6245091" y="4036737"/>
                  <a:pt x="6237535" y="4029237"/>
                  <a:pt x="6257889" y="4073155"/>
                </a:cubicBezTo>
                <a:cubicBezTo>
                  <a:pt x="6259272" y="4085906"/>
                  <a:pt x="6239882" y="4116397"/>
                  <a:pt x="6237441" y="4126638"/>
                </a:cubicBezTo>
                <a:lnTo>
                  <a:pt x="6245587" y="4172738"/>
                </a:lnTo>
                <a:lnTo>
                  <a:pt x="6235772" y="4176721"/>
                </a:lnTo>
                <a:lnTo>
                  <a:pt x="6233287" y="4195136"/>
                </a:lnTo>
                <a:lnTo>
                  <a:pt x="6234619" y="4280850"/>
                </a:lnTo>
                <a:cubicBezTo>
                  <a:pt x="6239453" y="4320763"/>
                  <a:pt x="6223309" y="4337596"/>
                  <a:pt x="6219318" y="4402526"/>
                </a:cubicBezTo>
                <a:cubicBezTo>
                  <a:pt x="6205466" y="4516209"/>
                  <a:pt x="6216183" y="4588729"/>
                  <a:pt x="6216810" y="4651172"/>
                </a:cubicBezTo>
                <a:cubicBezTo>
                  <a:pt x="6217673" y="4756959"/>
                  <a:pt x="6228654" y="4824005"/>
                  <a:pt x="6225945" y="4916779"/>
                </a:cubicBezTo>
                <a:cubicBezTo>
                  <a:pt x="6217032" y="4993010"/>
                  <a:pt x="6264271" y="4984591"/>
                  <a:pt x="6230174" y="5051379"/>
                </a:cubicBezTo>
                <a:cubicBezTo>
                  <a:pt x="6235713" y="5056951"/>
                  <a:pt x="6239420" y="5163714"/>
                  <a:pt x="6242600" y="5170879"/>
                </a:cubicBezTo>
                <a:lnTo>
                  <a:pt x="6235996" y="5216428"/>
                </a:lnTo>
                <a:lnTo>
                  <a:pt x="6214638" y="5285298"/>
                </a:lnTo>
                <a:cubicBezTo>
                  <a:pt x="6211392" y="5297492"/>
                  <a:pt x="6225576" y="5312063"/>
                  <a:pt x="6228432" y="5317696"/>
                </a:cubicBezTo>
                <a:lnTo>
                  <a:pt x="6246496" y="5398787"/>
                </a:lnTo>
                <a:lnTo>
                  <a:pt x="6244793" y="5399530"/>
                </a:lnTo>
                <a:lnTo>
                  <a:pt x="6241695" y="5406948"/>
                </a:lnTo>
                <a:lnTo>
                  <a:pt x="6267461" y="5499413"/>
                </a:lnTo>
                <a:cubicBezTo>
                  <a:pt x="6285387" y="5533848"/>
                  <a:pt x="6284888" y="5550029"/>
                  <a:pt x="6295987" y="5582659"/>
                </a:cubicBezTo>
                <a:cubicBezTo>
                  <a:pt x="6311253" y="5681724"/>
                  <a:pt x="6295439" y="5695558"/>
                  <a:pt x="6364803" y="5784263"/>
                </a:cubicBezTo>
                <a:cubicBezTo>
                  <a:pt x="6379348" y="5818651"/>
                  <a:pt x="6412475" y="5906802"/>
                  <a:pt x="6423050" y="5922637"/>
                </a:cubicBezTo>
                <a:cubicBezTo>
                  <a:pt x="6445210" y="5973612"/>
                  <a:pt x="6468179" y="6023873"/>
                  <a:pt x="6497767" y="6090108"/>
                </a:cubicBezTo>
                <a:cubicBezTo>
                  <a:pt x="6571895" y="6150548"/>
                  <a:pt x="6572491" y="6236583"/>
                  <a:pt x="6606710" y="6281543"/>
                </a:cubicBezTo>
                <a:cubicBezTo>
                  <a:pt x="6633675" y="6335892"/>
                  <a:pt x="6654357" y="6388782"/>
                  <a:pt x="6667540" y="6443715"/>
                </a:cubicBezTo>
                <a:cubicBezTo>
                  <a:pt x="6685192" y="6466826"/>
                  <a:pt x="6650500" y="6508701"/>
                  <a:pt x="6659722" y="6550105"/>
                </a:cubicBezTo>
                <a:cubicBezTo>
                  <a:pt x="6665926" y="6645044"/>
                  <a:pt x="6669126" y="6627536"/>
                  <a:pt x="6671805" y="6687397"/>
                </a:cubicBezTo>
                <a:cubicBezTo>
                  <a:pt x="6682671" y="6733683"/>
                  <a:pt x="6665210" y="6772117"/>
                  <a:pt x="6669658" y="6806602"/>
                </a:cubicBezTo>
                <a:cubicBezTo>
                  <a:pt x="6661174" y="6812658"/>
                  <a:pt x="6667097" y="6831470"/>
                  <a:pt x="6675783" y="6850325"/>
                </a:cubicBezTo>
                <a:lnTo>
                  <a:pt x="6679704" y="6858000"/>
                </a:lnTo>
                <a:lnTo>
                  <a:pt x="4532241" y="6858000"/>
                </a:lnTo>
                <a:lnTo>
                  <a:pt x="1208596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DC46EB4-4399-04A3-3754-B2ADC9E33B61}"/>
              </a:ext>
            </a:extLst>
          </p:cNvPr>
          <p:cNvSpPr txBox="1"/>
          <p:nvPr/>
        </p:nvSpPr>
        <p:spPr>
          <a:xfrm>
            <a:off x="7320465" y="2194102"/>
            <a:ext cx="4140013" cy="3908586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Ctr="0" forceAA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400" b="1">
                <a:latin typeface="Calibri"/>
                <a:ea typeface="Calibri"/>
                <a:cs typeface="Calibri"/>
              </a:rPr>
              <a:t>Алгоритм конвертации</a:t>
            </a:r>
            <a:endParaRPr lang="en-US" sz="2400" b="1" dirty="0">
              <a:latin typeface="Calibri"/>
              <a:ea typeface="Calibri"/>
              <a:cs typeface="Calibri"/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>
                <a:latin typeface="Calibri"/>
                <a:ea typeface="Calibri"/>
                <a:cs typeface="Calibri"/>
              </a:rPr>
              <a:t>Базовая формула для пересчёта между валютами: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b="1">
                <a:latin typeface="Calibri"/>
                <a:ea typeface="Calibri"/>
                <a:cs typeface="Calibri"/>
              </a:rPr>
              <a:t>Результат = Сумма × (Курс_исходной / Курс_целевой)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>
                <a:latin typeface="Calibri"/>
                <a:ea typeface="Calibri"/>
                <a:cs typeface="Calibri"/>
              </a:rPr>
              <a:t>Пример: 100 USD → RUB при курсе USD = 90.5 (Nominal = 1): 100 × (90.5 / 1) = 9050 RUB. Округление: .toFixed(2).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>
              <a:latin typeface="Calibri"/>
              <a:ea typeface="Calibri"/>
              <a:cs typeface="Calibri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526121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8" name="Rectangle 16">
            <a:extLst>
              <a:ext uri="{FF2B5EF4-FFF2-40B4-BE49-F238E27FC236}">
                <a16:creationId xmlns:a16="http://schemas.microsoft.com/office/drawing/2014/main" id="{B6FACB3C-9069-4791-BC5C-0DB7CD19B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18">
            <a:extLst>
              <a:ext uri="{FF2B5EF4-FFF2-40B4-BE49-F238E27FC236}">
                <a16:creationId xmlns:a16="http://schemas.microsoft.com/office/drawing/2014/main" id="{71F2038E-D777-4B76-81DD-DD13EE91B9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D40B95-DA07-45E5-2A20-6C2943290600}"/>
              </a:ext>
            </a:extLst>
          </p:cNvPr>
          <p:cNvSpPr txBox="1"/>
          <p:nvPr/>
        </p:nvSpPr>
        <p:spPr>
          <a:xfrm>
            <a:off x="804672" y="2421683"/>
            <a:ext cx="4765949" cy="3353476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400" b="1">
                <a:solidFill>
                  <a:schemeClr val="tx2"/>
                </a:solidFill>
                <a:latin typeface="Calibri"/>
                <a:ea typeface="Calibri"/>
                <a:cs typeface="Calibri"/>
              </a:rPr>
              <a:t>Хранение истории (localStorage)</a:t>
            </a:r>
            <a:endParaRPr lang="ru-RU">
              <a:solidFill>
                <a:schemeClr val="tx2"/>
              </a:solidFill>
              <a:latin typeface="Calibri"/>
              <a:ea typeface="Calibri"/>
              <a:cs typeface="Calibri"/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>
                <a:solidFill>
                  <a:schemeClr val="tx2"/>
                </a:solidFill>
                <a:latin typeface="Calibri"/>
                <a:ea typeface="Calibri"/>
                <a:cs typeface="Calibri"/>
              </a:rPr>
              <a:t>История хранится как массив объектов в localStorage, каждый объект содержит:</a:t>
            </a:r>
            <a:endParaRPr lang="en-US" dirty="0">
              <a:solidFill>
                <a:schemeClr val="tx2"/>
              </a:solidFill>
              <a:latin typeface="Calibri"/>
              <a:ea typeface="Calibri"/>
              <a:cs typeface="Calibri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2"/>
                </a:solidFill>
                <a:latin typeface="Calibri"/>
                <a:ea typeface="Calibri"/>
                <a:cs typeface="Calibri"/>
              </a:rPr>
              <a:t>исходную сумму и валюты;</a:t>
            </a:r>
            <a:endParaRPr lang="en-US" dirty="0">
              <a:solidFill>
                <a:schemeClr val="tx2"/>
              </a:solidFill>
              <a:latin typeface="Calibri"/>
              <a:ea typeface="Calibri"/>
              <a:cs typeface="Calibri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2"/>
                </a:solidFill>
                <a:latin typeface="Calibri"/>
                <a:ea typeface="Calibri"/>
                <a:cs typeface="Calibri"/>
              </a:rPr>
              <a:t>время операции (timestamp);</a:t>
            </a:r>
            <a:endParaRPr lang="en-US" dirty="0">
              <a:solidFill>
                <a:schemeClr val="tx2"/>
              </a:solidFill>
              <a:latin typeface="Calibri"/>
              <a:ea typeface="Calibri"/>
              <a:cs typeface="Calibri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2"/>
                </a:solidFill>
                <a:latin typeface="Calibri"/>
                <a:ea typeface="Calibri"/>
                <a:cs typeface="Calibri"/>
              </a:rPr>
              <a:t>результат конвертации.</a:t>
            </a:r>
            <a:endParaRPr lang="en-US" dirty="0">
              <a:solidFill>
                <a:schemeClr val="tx2"/>
              </a:solidFill>
              <a:latin typeface="Calibri"/>
              <a:ea typeface="Calibri"/>
              <a:cs typeface="Calibri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2"/>
                </a:solidFill>
                <a:latin typeface="Calibri"/>
                <a:ea typeface="Calibri"/>
                <a:cs typeface="Calibri"/>
              </a:rPr>
              <a:t>При обновлении курсов — пересчёт истории по актуальным значениям. Ограничение: сохраняются только последние 10 операций.</a:t>
            </a:r>
            <a:endParaRPr lang="en-US" dirty="0">
              <a:solidFill>
                <a:schemeClr val="tx2"/>
              </a:solidFill>
              <a:latin typeface="Calibri"/>
              <a:ea typeface="Calibri"/>
              <a:cs typeface="Calibri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>
              <a:solidFill>
                <a:schemeClr val="tx2"/>
              </a:solidFill>
              <a:latin typeface="Calibri"/>
              <a:ea typeface="Calibri"/>
              <a:cs typeface="Calibri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>
              <a:solidFill>
                <a:schemeClr val="tx2"/>
              </a:solidFill>
              <a:latin typeface="Calibri"/>
              <a:ea typeface="Calibri"/>
              <a:cs typeface="Calibri"/>
            </a:endParaRPr>
          </a:p>
        </p:txBody>
      </p:sp>
      <p:grpSp>
        <p:nvGrpSpPr>
          <p:cNvPr id="50" name="Group 20">
            <a:extLst>
              <a:ext uri="{FF2B5EF4-FFF2-40B4-BE49-F238E27FC236}">
                <a16:creationId xmlns:a16="http://schemas.microsoft.com/office/drawing/2014/main" id="{DD354807-230F-4402-B1B9-F733A8F1F1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818240" y="-16714"/>
            <a:ext cx="6373761" cy="6874714"/>
            <a:chOff x="5818240" y="-1"/>
            <a:chExt cx="6373761" cy="6874714"/>
          </a:xfrm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F5A6F4A-CE87-4D5C-9382-8167967CE8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18240" y="-1"/>
              <a:ext cx="6373761" cy="6874714"/>
            </a:xfrm>
            <a:custGeom>
              <a:avLst/>
              <a:gdLst>
                <a:gd name="connsiteX0" fmla="*/ 6373761 w 6373761"/>
                <a:gd name="connsiteY0" fmla="*/ 5771297 h 6874714"/>
                <a:gd name="connsiteX1" fmla="*/ 6373761 w 6373761"/>
                <a:gd name="connsiteY1" fmla="*/ 6247960 h 6874714"/>
                <a:gd name="connsiteX2" fmla="*/ 6235932 w 6373761"/>
                <a:gd name="connsiteY2" fmla="*/ 6361930 h 6874714"/>
                <a:gd name="connsiteX3" fmla="*/ 5960375 w 6373761"/>
                <a:gd name="connsiteY3" fmla="*/ 6587489 h 6874714"/>
                <a:gd name="connsiteX4" fmla="*/ 5822907 w 6373761"/>
                <a:gd name="connsiteY4" fmla="*/ 6701871 h 6874714"/>
                <a:gd name="connsiteX5" fmla="*/ 5681115 w 6373761"/>
                <a:gd name="connsiteY5" fmla="*/ 6816896 h 6874714"/>
                <a:gd name="connsiteX6" fmla="*/ 5604096 w 6373761"/>
                <a:gd name="connsiteY6" fmla="*/ 6874714 h 6874714"/>
                <a:gd name="connsiteX7" fmla="*/ 4878485 w 6373761"/>
                <a:gd name="connsiteY7" fmla="*/ 6874714 h 6874714"/>
                <a:gd name="connsiteX8" fmla="*/ 5006014 w 6373761"/>
                <a:gd name="connsiteY8" fmla="*/ 6800200 h 6874714"/>
                <a:gd name="connsiteX9" fmla="*/ 5149855 w 6373761"/>
                <a:gd name="connsiteY9" fmla="*/ 6707667 h 6874714"/>
                <a:gd name="connsiteX10" fmla="*/ 5431866 w 6373761"/>
                <a:gd name="connsiteY10" fmla="*/ 6506210 h 6874714"/>
                <a:gd name="connsiteX11" fmla="*/ 5571036 w 6373761"/>
                <a:gd name="connsiteY11" fmla="*/ 6399557 h 6874714"/>
                <a:gd name="connsiteX12" fmla="*/ 5711649 w 6373761"/>
                <a:gd name="connsiteY12" fmla="*/ 6288912 h 6874714"/>
                <a:gd name="connsiteX13" fmla="*/ 6276589 w 6373761"/>
                <a:gd name="connsiteY13" fmla="*/ 5852379 h 6874714"/>
                <a:gd name="connsiteX14" fmla="*/ 3975975 w 6373761"/>
                <a:gd name="connsiteY14" fmla="*/ 263 h 6874714"/>
                <a:gd name="connsiteX15" fmla="*/ 4350473 w 6373761"/>
                <a:gd name="connsiteY15" fmla="*/ 24963 h 6874714"/>
                <a:gd name="connsiteX16" fmla="*/ 5077909 w 6373761"/>
                <a:gd name="connsiteY16" fmla="*/ 189450 h 6874714"/>
                <a:gd name="connsiteX17" fmla="*/ 5746507 w 6373761"/>
                <a:gd name="connsiteY17" fmla="*/ 505804 h 6874714"/>
                <a:gd name="connsiteX18" fmla="*/ 6322456 w 6373761"/>
                <a:gd name="connsiteY18" fmla="*/ 956633 h 6874714"/>
                <a:gd name="connsiteX19" fmla="*/ 6373761 w 6373761"/>
                <a:gd name="connsiteY19" fmla="*/ 1011863 h 6874714"/>
                <a:gd name="connsiteX20" fmla="*/ 6373761 w 6373761"/>
                <a:gd name="connsiteY20" fmla="*/ 1185075 h 6874714"/>
                <a:gd name="connsiteX21" fmla="*/ 6359489 w 6373761"/>
                <a:gd name="connsiteY21" fmla="*/ 1169497 h 6874714"/>
                <a:gd name="connsiteX22" fmla="*/ 6233869 w 6373761"/>
                <a:gd name="connsiteY22" fmla="*/ 1047442 h 6874714"/>
                <a:gd name="connsiteX23" fmla="*/ 5961423 w 6373761"/>
                <a:gd name="connsiteY23" fmla="*/ 827953 h 6874714"/>
                <a:gd name="connsiteX24" fmla="*/ 5663555 w 6373761"/>
                <a:gd name="connsiteY24" fmla="*/ 645304 h 6874714"/>
                <a:gd name="connsiteX25" fmla="*/ 5013827 w 6373761"/>
                <a:gd name="connsiteY25" fmla="*/ 397863 h 6874714"/>
                <a:gd name="connsiteX26" fmla="*/ 4327409 w 6373761"/>
                <a:gd name="connsiteY26" fmla="*/ 302545 h 6874714"/>
                <a:gd name="connsiteX27" fmla="*/ 3639939 w 6373761"/>
                <a:gd name="connsiteY27" fmla="*/ 338868 h 6874714"/>
                <a:gd name="connsiteX28" fmla="*/ 3302495 w 6373761"/>
                <a:gd name="connsiteY28" fmla="*/ 403659 h 6874714"/>
                <a:gd name="connsiteX29" fmla="*/ 2971604 w 6373761"/>
                <a:gd name="connsiteY29" fmla="*/ 496273 h 6874714"/>
                <a:gd name="connsiteX30" fmla="*/ 2648706 w 6373761"/>
                <a:gd name="connsiteY30" fmla="*/ 614389 h 6874714"/>
                <a:gd name="connsiteX31" fmla="*/ 2335374 w 6373761"/>
                <a:gd name="connsiteY31" fmla="*/ 757109 h 6874714"/>
                <a:gd name="connsiteX32" fmla="*/ 1741342 w 6373761"/>
                <a:gd name="connsiteY32" fmla="*/ 1107725 h 6874714"/>
                <a:gd name="connsiteX33" fmla="*/ 1600861 w 6373761"/>
                <a:gd name="connsiteY33" fmla="*/ 1208710 h 6874714"/>
                <a:gd name="connsiteX34" fmla="*/ 1531799 w 6373761"/>
                <a:gd name="connsiteY34" fmla="*/ 1260879 h 6874714"/>
                <a:gd name="connsiteX35" fmla="*/ 1463655 w 6373761"/>
                <a:gd name="connsiteY35" fmla="*/ 1314333 h 6874714"/>
                <a:gd name="connsiteX36" fmla="*/ 1200777 w 6373761"/>
                <a:gd name="connsiteY36" fmla="*/ 1541166 h 6874714"/>
                <a:gd name="connsiteX37" fmla="*/ 731501 w 6373761"/>
                <a:gd name="connsiteY37" fmla="*/ 2055754 h 6874714"/>
                <a:gd name="connsiteX38" fmla="*/ 531393 w 6373761"/>
                <a:gd name="connsiteY38" fmla="*/ 2342739 h 6874714"/>
                <a:gd name="connsiteX39" fmla="*/ 361033 w 6373761"/>
                <a:gd name="connsiteY39" fmla="*/ 2649046 h 6874714"/>
                <a:gd name="connsiteX40" fmla="*/ 323292 w 6373761"/>
                <a:gd name="connsiteY40" fmla="*/ 2728263 h 6874714"/>
                <a:gd name="connsiteX41" fmla="*/ 304945 w 6373761"/>
                <a:gd name="connsiteY41" fmla="*/ 2768193 h 6874714"/>
                <a:gd name="connsiteX42" fmla="*/ 287516 w 6373761"/>
                <a:gd name="connsiteY42" fmla="*/ 2808510 h 6874714"/>
                <a:gd name="connsiteX43" fmla="*/ 254230 w 6373761"/>
                <a:gd name="connsiteY43" fmla="*/ 2889788 h 6874714"/>
                <a:gd name="connsiteX44" fmla="*/ 223042 w 6373761"/>
                <a:gd name="connsiteY44" fmla="*/ 2971968 h 6874714"/>
                <a:gd name="connsiteX45" fmla="*/ 121611 w 6373761"/>
                <a:gd name="connsiteY45" fmla="*/ 3308544 h 6874714"/>
                <a:gd name="connsiteX46" fmla="*/ 39314 w 6373761"/>
                <a:gd name="connsiteY46" fmla="*/ 4005912 h 6874714"/>
                <a:gd name="connsiteX47" fmla="*/ 73910 w 6373761"/>
                <a:gd name="connsiteY47" fmla="*/ 4354081 h 6874714"/>
                <a:gd name="connsiteX48" fmla="*/ 179534 w 6373761"/>
                <a:gd name="connsiteY48" fmla="*/ 4687050 h 6874714"/>
                <a:gd name="connsiteX49" fmla="*/ 215964 w 6373761"/>
                <a:gd name="connsiteY49" fmla="*/ 4766654 h 6874714"/>
                <a:gd name="connsiteX50" fmla="*/ 256457 w 6373761"/>
                <a:gd name="connsiteY50" fmla="*/ 4844455 h 6874714"/>
                <a:gd name="connsiteX51" fmla="*/ 346225 w 6373761"/>
                <a:gd name="connsiteY51" fmla="*/ 4995290 h 6874714"/>
                <a:gd name="connsiteX52" fmla="*/ 445296 w 6373761"/>
                <a:gd name="connsiteY52" fmla="*/ 5140971 h 6874714"/>
                <a:gd name="connsiteX53" fmla="*/ 551443 w 6373761"/>
                <a:gd name="connsiteY53" fmla="*/ 5282531 h 6874714"/>
                <a:gd name="connsiteX54" fmla="*/ 772387 w 6373761"/>
                <a:gd name="connsiteY54" fmla="*/ 5562561 h 6874714"/>
                <a:gd name="connsiteX55" fmla="*/ 882858 w 6373761"/>
                <a:gd name="connsiteY55" fmla="*/ 5704507 h 6874714"/>
                <a:gd name="connsiteX56" fmla="*/ 990316 w 6373761"/>
                <a:gd name="connsiteY56" fmla="*/ 5848258 h 6874714"/>
                <a:gd name="connsiteX57" fmla="*/ 1097774 w 6373761"/>
                <a:gd name="connsiteY57" fmla="*/ 5987114 h 6874714"/>
                <a:gd name="connsiteX58" fmla="*/ 1210080 w 6373761"/>
                <a:gd name="connsiteY58" fmla="*/ 6121203 h 6874714"/>
                <a:gd name="connsiteX59" fmla="*/ 1448192 w 6373761"/>
                <a:gd name="connsiteY59" fmla="*/ 6374054 h 6874714"/>
                <a:gd name="connsiteX60" fmla="*/ 1982991 w 6373761"/>
                <a:gd name="connsiteY60" fmla="*/ 6796158 h 6874714"/>
                <a:gd name="connsiteX61" fmla="*/ 2118475 w 6373761"/>
                <a:gd name="connsiteY61" fmla="*/ 6874714 h 6874714"/>
                <a:gd name="connsiteX62" fmla="*/ 1569874 w 6373761"/>
                <a:gd name="connsiteY62" fmla="*/ 6874714 h 6874714"/>
                <a:gd name="connsiteX63" fmla="*/ 1507802 w 6373761"/>
                <a:gd name="connsiteY63" fmla="*/ 6817815 h 6874714"/>
                <a:gd name="connsiteX64" fmla="*/ 1256865 w 6373761"/>
                <a:gd name="connsiteY64" fmla="*/ 6543437 h 6874714"/>
                <a:gd name="connsiteX65" fmla="*/ 1038410 w 6373761"/>
                <a:gd name="connsiteY65" fmla="*/ 6248722 h 6874714"/>
                <a:gd name="connsiteX66" fmla="*/ 845380 w 6373761"/>
                <a:gd name="connsiteY66" fmla="*/ 5941386 h 6874714"/>
                <a:gd name="connsiteX67" fmla="*/ 755351 w 6373761"/>
                <a:gd name="connsiteY67" fmla="*/ 5788877 h 6874714"/>
                <a:gd name="connsiteX68" fmla="*/ 661784 w 6373761"/>
                <a:gd name="connsiteY68" fmla="*/ 5638944 h 6874714"/>
                <a:gd name="connsiteX69" fmla="*/ 466525 w 6373761"/>
                <a:gd name="connsiteY69" fmla="*/ 5340366 h 6874714"/>
                <a:gd name="connsiteX70" fmla="*/ 370992 w 6373761"/>
                <a:gd name="connsiteY70" fmla="*/ 5188502 h 6874714"/>
                <a:gd name="connsiteX71" fmla="*/ 280046 w 6373761"/>
                <a:gd name="connsiteY71" fmla="*/ 5033287 h 6874714"/>
                <a:gd name="connsiteX72" fmla="*/ 126853 w 6373761"/>
                <a:gd name="connsiteY72" fmla="*/ 4707660 h 6874714"/>
                <a:gd name="connsiteX73" fmla="*/ 30272 w 6373761"/>
                <a:gd name="connsiteY73" fmla="*/ 4362068 h 6874714"/>
                <a:gd name="connsiteX74" fmla="*/ 0 w 6373761"/>
                <a:gd name="connsiteY74" fmla="*/ 4005912 h 6874714"/>
                <a:gd name="connsiteX75" fmla="*/ 270480 w 6373761"/>
                <a:gd name="connsiteY75" fmla="*/ 2610532 h 6874714"/>
                <a:gd name="connsiteX76" fmla="*/ 415942 w 6373761"/>
                <a:gd name="connsiteY76" fmla="*/ 2280526 h 6874714"/>
                <a:gd name="connsiteX77" fmla="*/ 590102 w 6373761"/>
                <a:gd name="connsiteY77" fmla="*/ 1962626 h 6874714"/>
                <a:gd name="connsiteX78" fmla="*/ 1020719 w 6373761"/>
                <a:gd name="connsiteY78" fmla="*/ 1373070 h 6874714"/>
                <a:gd name="connsiteX79" fmla="*/ 1275080 w 6373761"/>
                <a:gd name="connsiteY79" fmla="*/ 1107081 h 6874714"/>
                <a:gd name="connsiteX80" fmla="*/ 1342437 w 6373761"/>
                <a:gd name="connsiteY80" fmla="*/ 1043965 h 6874714"/>
                <a:gd name="connsiteX81" fmla="*/ 1411106 w 6373761"/>
                <a:gd name="connsiteY81" fmla="*/ 982138 h 6874714"/>
                <a:gd name="connsiteX82" fmla="*/ 1553029 w 6373761"/>
                <a:gd name="connsiteY82" fmla="*/ 863376 h 6874714"/>
                <a:gd name="connsiteX83" fmla="*/ 2173401 w 6373761"/>
                <a:gd name="connsiteY83" fmla="*/ 454409 h 6874714"/>
                <a:gd name="connsiteX84" fmla="*/ 3599708 w 6373761"/>
                <a:gd name="connsiteY84" fmla="*/ 16332 h 6874714"/>
                <a:gd name="connsiteX85" fmla="*/ 3975975 w 6373761"/>
                <a:gd name="connsiteY85" fmla="*/ 263 h 6874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</a:cxnLst>
              <a:rect l="l" t="t" r="r" b="b"/>
              <a:pathLst>
                <a:path w="6373761" h="6874714">
                  <a:moveTo>
                    <a:pt x="6373761" y="5771297"/>
                  </a:moveTo>
                  <a:lnTo>
                    <a:pt x="6373761" y="6247960"/>
                  </a:lnTo>
                  <a:lnTo>
                    <a:pt x="6235932" y="6361930"/>
                  </a:lnTo>
                  <a:cubicBezTo>
                    <a:pt x="6143250" y="6437460"/>
                    <a:pt x="6051059" y="6512200"/>
                    <a:pt x="5960375" y="6587489"/>
                  </a:cubicBezTo>
                  <a:lnTo>
                    <a:pt x="5822907" y="6701871"/>
                  </a:lnTo>
                  <a:cubicBezTo>
                    <a:pt x="5776123" y="6740385"/>
                    <a:pt x="5729079" y="6778899"/>
                    <a:pt x="5681115" y="6816896"/>
                  </a:cubicBezTo>
                  <a:lnTo>
                    <a:pt x="5604096" y="6874714"/>
                  </a:lnTo>
                  <a:lnTo>
                    <a:pt x="4878485" y="6874714"/>
                  </a:lnTo>
                  <a:lnTo>
                    <a:pt x="5006014" y="6800200"/>
                  </a:lnTo>
                  <a:cubicBezTo>
                    <a:pt x="5054354" y="6770429"/>
                    <a:pt x="5102285" y="6739483"/>
                    <a:pt x="5149855" y="6707667"/>
                  </a:cubicBezTo>
                  <a:cubicBezTo>
                    <a:pt x="5244993" y="6643906"/>
                    <a:pt x="5338561" y="6576025"/>
                    <a:pt x="5431866" y="6506210"/>
                  </a:cubicBezTo>
                  <a:cubicBezTo>
                    <a:pt x="5478386" y="6471304"/>
                    <a:pt x="5524777" y="6435495"/>
                    <a:pt x="5571036" y="6399557"/>
                  </a:cubicBezTo>
                  <a:lnTo>
                    <a:pt x="5711649" y="6288912"/>
                  </a:lnTo>
                  <a:cubicBezTo>
                    <a:pt x="5902059" y="6140395"/>
                    <a:pt x="6093257" y="5998320"/>
                    <a:pt x="6276589" y="5852379"/>
                  </a:cubicBezTo>
                  <a:close/>
                  <a:moveTo>
                    <a:pt x="3975975" y="263"/>
                  </a:moveTo>
                  <a:cubicBezTo>
                    <a:pt x="4101550" y="1809"/>
                    <a:pt x="4226830" y="10149"/>
                    <a:pt x="4350473" y="24963"/>
                  </a:cubicBezTo>
                  <a:cubicBezTo>
                    <a:pt x="4598149" y="54846"/>
                    <a:pt x="4842943" y="108687"/>
                    <a:pt x="5077909" y="189450"/>
                  </a:cubicBezTo>
                  <a:cubicBezTo>
                    <a:pt x="5312876" y="269955"/>
                    <a:pt x="5537357" y="376867"/>
                    <a:pt x="5746507" y="505804"/>
                  </a:cubicBezTo>
                  <a:cubicBezTo>
                    <a:pt x="5955527" y="634999"/>
                    <a:pt x="6148688" y="786864"/>
                    <a:pt x="6322456" y="956633"/>
                  </a:cubicBezTo>
                  <a:lnTo>
                    <a:pt x="6373761" y="1011863"/>
                  </a:lnTo>
                  <a:lnTo>
                    <a:pt x="6373761" y="1185075"/>
                  </a:lnTo>
                  <a:lnTo>
                    <a:pt x="6359489" y="1169497"/>
                  </a:lnTo>
                  <a:cubicBezTo>
                    <a:pt x="6318811" y="1127602"/>
                    <a:pt x="6276917" y="1086890"/>
                    <a:pt x="6233869" y="1047442"/>
                  </a:cubicBezTo>
                  <a:cubicBezTo>
                    <a:pt x="6147509" y="968870"/>
                    <a:pt x="6056431" y="895448"/>
                    <a:pt x="5961423" y="827953"/>
                  </a:cubicBezTo>
                  <a:cubicBezTo>
                    <a:pt x="5865891" y="761102"/>
                    <a:pt x="5766688" y="699403"/>
                    <a:pt x="5663555" y="645304"/>
                  </a:cubicBezTo>
                  <a:cubicBezTo>
                    <a:pt x="5457943" y="535816"/>
                    <a:pt x="5238703" y="453894"/>
                    <a:pt x="5013827" y="397863"/>
                  </a:cubicBezTo>
                  <a:cubicBezTo>
                    <a:pt x="4788953" y="341703"/>
                    <a:pt x="4558442" y="310917"/>
                    <a:pt x="4327409" y="302545"/>
                  </a:cubicBezTo>
                  <a:cubicBezTo>
                    <a:pt x="4096111" y="293012"/>
                    <a:pt x="3867174" y="305893"/>
                    <a:pt x="3639939" y="338868"/>
                  </a:cubicBezTo>
                  <a:cubicBezTo>
                    <a:pt x="3526585" y="355999"/>
                    <a:pt x="3413885" y="377254"/>
                    <a:pt x="3302495" y="403659"/>
                  </a:cubicBezTo>
                  <a:cubicBezTo>
                    <a:pt x="3191107" y="430451"/>
                    <a:pt x="3080634" y="460978"/>
                    <a:pt x="2971604" y="496273"/>
                  </a:cubicBezTo>
                  <a:cubicBezTo>
                    <a:pt x="2862573" y="531437"/>
                    <a:pt x="2754854" y="570852"/>
                    <a:pt x="2648706" y="614389"/>
                  </a:cubicBezTo>
                  <a:cubicBezTo>
                    <a:pt x="2542690" y="658056"/>
                    <a:pt x="2438114" y="705714"/>
                    <a:pt x="2335374" y="757109"/>
                  </a:cubicBezTo>
                  <a:cubicBezTo>
                    <a:pt x="2129894" y="859769"/>
                    <a:pt x="1931228" y="976855"/>
                    <a:pt x="1741342" y="1107725"/>
                  </a:cubicBezTo>
                  <a:cubicBezTo>
                    <a:pt x="1694035" y="1140571"/>
                    <a:pt x="1646858" y="1173933"/>
                    <a:pt x="1600861" y="1208710"/>
                  </a:cubicBezTo>
                  <a:cubicBezTo>
                    <a:pt x="1577535" y="1225713"/>
                    <a:pt x="1554732" y="1243361"/>
                    <a:pt x="1531799" y="1260879"/>
                  </a:cubicBezTo>
                  <a:cubicBezTo>
                    <a:pt x="1508735" y="1278267"/>
                    <a:pt x="1486064" y="1296171"/>
                    <a:pt x="1463655" y="1314333"/>
                  </a:cubicBezTo>
                  <a:cubicBezTo>
                    <a:pt x="1373627" y="1386853"/>
                    <a:pt x="1285564" y="1462077"/>
                    <a:pt x="1200777" y="1541166"/>
                  </a:cubicBezTo>
                  <a:cubicBezTo>
                    <a:pt x="1030810" y="1698827"/>
                    <a:pt x="873161" y="1870785"/>
                    <a:pt x="731501" y="2055754"/>
                  </a:cubicBezTo>
                  <a:cubicBezTo>
                    <a:pt x="660734" y="2148239"/>
                    <a:pt x="593771" y="2243944"/>
                    <a:pt x="531393" y="2342739"/>
                  </a:cubicBezTo>
                  <a:cubicBezTo>
                    <a:pt x="470063" y="2442050"/>
                    <a:pt x="412140" y="2543810"/>
                    <a:pt x="361033" y="2649046"/>
                  </a:cubicBezTo>
                  <a:cubicBezTo>
                    <a:pt x="347798" y="2675194"/>
                    <a:pt x="335479" y="2701728"/>
                    <a:pt x="323292" y="2728263"/>
                  </a:cubicBezTo>
                  <a:lnTo>
                    <a:pt x="304945" y="2768193"/>
                  </a:lnTo>
                  <a:lnTo>
                    <a:pt x="287516" y="2808510"/>
                  </a:lnTo>
                  <a:cubicBezTo>
                    <a:pt x="276115" y="2835432"/>
                    <a:pt x="264583" y="2862352"/>
                    <a:pt x="254230" y="2889788"/>
                  </a:cubicBezTo>
                  <a:cubicBezTo>
                    <a:pt x="243877" y="2917224"/>
                    <a:pt x="232477" y="2944274"/>
                    <a:pt x="223042" y="2971968"/>
                  </a:cubicBezTo>
                  <a:cubicBezTo>
                    <a:pt x="182679" y="3081970"/>
                    <a:pt x="148475" y="3194291"/>
                    <a:pt x="121611" y="3308544"/>
                  </a:cubicBezTo>
                  <a:cubicBezTo>
                    <a:pt x="67096" y="3536534"/>
                    <a:pt x="39183" y="3771224"/>
                    <a:pt x="39314" y="4005912"/>
                  </a:cubicBezTo>
                  <a:cubicBezTo>
                    <a:pt x="39969" y="4122871"/>
                    <a:pt x="51109" y="4239571"/>
                    <a:pt x="73910" y="4354081"/>
                  </a:cubicBezTo>
                  <a:cubicBezTo>
                    <a:pt x="97892" y="4468334"/>
                    <a:pt x="132619" y="4580140"/>
                    <a:pt x="179534" y="4687050"/>
                  </a:cubicBezTo>
                  <a:cubicBezTo>
                    <a:pt x="190673" y="4713972"/>
                    <a:pt x="203647" y="4740249"/>
                    <a:pt x="215964" y="4766654"/>
                  </a:cubicBezTo>
                  <a:cubicBezTo>
                    <a:pt x="229332" y="4792674"/>
                    <a:pt x="242043" y="4818950"/>
                    <a:pt x="256457" y="4844455"/>
                  </a:cubicBezTo>
                  <a:cubicBezTo>
                    <a:pt x="283978" y="4895978"/>
                    <a:pt x="314642" y="4945956"/>
                    <a:pt x="346225" y="4995290"/>
                  </a:cubicBezTo>
                  <a:cubicBezTo>
                    <a:pt x="377676" y="5044752"/>
                    <a:pt x="411355" y="5092926"/>
                    <a:pt x="445296" y="5140971"/>
                  </a:cubicBezTo>
                  <a:cubicBezTo>
                    <a:pt x="479760" y="5188630"/>
                    <a:pt x="515537" y="5235645"/>
                    <a:pt x="551443" y="5282531"/>
                  </a:cubicBezTo>
                  <a:cubicBezTo>
                    <a:pt x="623387" y="5376434"/>
                    <a:pt x="698608" y="5468402"/>
                    <a:pt x="772387" y="5562561"/>
                  </a:cubicBezTo>
                  <a:cubicBezTo>
                    <a:pt x="809472" y="5609448"/>
                    <a:pt x="846428" y="5656719"/>
                    <a:pt x="882858" y="5704507"/>
                  </a:cubicBezTo>
                  <a:cubicBezTo>
                    <a:pt x="919159" y="5751909"/>
                    <a:pt x="955196" y="5802273"/>
                    <a:pt x="990316" y="5848258"/>
                  </a:cubicBezTo>
                  <a:cubicBezTo>
                    <a:pt x="1025175" y="5895402"/>
                    <a:pt x="1061736" y="5941129"/>
                    <a:pt x="1097774" y="5987114"/>
                  </a:cubicBezTo>
                  <a:cubicBezTo>
                    <a:pt x="1134860" y="6032326"/>
                    <a:pt x="1171684" y="6077536"/>
                    <a:pt x="1210080" y="6121203"/>
                  </a:cubicBezTo>
                  <a:cubicBezTo>
                    <a:pt x="1286350" y="6209051"/>
                    <a:pt x="1365632" y="6293677"/>
                    <a:pt x="1448192" y="6374054"/>
                  </a:cubicBezTo>
                  <a:cubicBezTo>
                    <a:pt x="1613572" y="6534420"/>
                    <a:pt x="1792057" y="6677526"/>
                    <a:pt x="1982991" y="6796158"/>
                  </a:cubicBezTo>
                  <a:lnTo>
                    <a:pt x="2118475" y="6874714"/>
                  </a:lnTo>
                  <a:lnTo>
                    <a:pt x="1569874" y="6874714"/>
                  </a:lnTo>
                  <a:lnTo>
                    <a:pt x="1507802" y="6817815"/>
                  </a:lnTo>
                  <a:cubicBezTo>
                    <a:pt x="1418412" y="6730595"/>
                    <a:pt x="1334903" y="6638562"/>
                    <a:pt x="1256865" y="6543437"/>
                  </a:cubicBezTo>
                  <a:cubicBezTo>
                    <a:pt x="1179155" y="6447861"/>
                    <a:pt x="1106817" y="6349194"/>
                    <a:pt x="1038410" y="6248722"/>
                  </a:cubicBezTo>
                  <a:cubicBezTo>
                    <a:pt x="969873" y="6148253"/>
                    <a:pt x="905922" y="6045592"/>
                    <a:pt x="845380" y="5941386"/>
                  </a:cubicBezTo>
                  <a:cubicBezTo>
                    <a:pt x="814453" y="5888704"/>
                    <a:pt x="786147" y="5839370"/>
                    <a:pt x="755351" y="5788877"/>
                  </a:cubicBezTo>
                  <a:cubicBezTo>
                    <a:pt x="724817" y="5738771"/>
                    <a:pt x="693760" y="5688665"/>
                    <a:pt x="661784" y="5638944"/>
                  </a:cubicBezTo>
                  <a:lnTo>
                    <a:pt x="466525" y="5340366"/>
                  </a:lnTo>
                  <a:cubicBezTo>
                    <a:pt x="434156" y="5290131"/>
                    <a:pt x="402181" y="5239639"/>
                    <a:pt x="370992" y="5188502"/>
                  </a:cubicBezTo>
                  <a:cubicBezTo>
                    <a:pt x="339803" y="5137364"/>
                    <a:pt x="308876" y="5086099"/>
                    <a:pt x="280046" y="5033287"/>
                  </a:cubicBezTo>
                  <a:cubicBezTo>
                    <a:pt x="222255" y="4928179"/>
                    <a:pt x="169181" y="4819982"/>
                    <a:pt x="126853" y="4707660"/>
                  </a:cubicBezTo>
                  <a:cubicBezTo>
                    <a:pt x="83739" y="4595725"/>
                    <a:pt x="51764" y="4479670"/>
                    <a:pt x="30272" y="4362068"/>
                  </a:cubicBezTo>
                  <a:cubicBezTo>
                    <a:pt x="9698" y="4244466"/>
                    <a:pt x="0" y="4125060"/>
                    <a:pt x="0" y="4005912"/>
                  </a:cubicBezTo>
                  <a:cubicBezTo>
                    <a:pt x="1704" y="3530867"/>
                    <a:pt x="95140" y="3057110"/>
                    <a:pt x="270480" y="2610532"/>
                  </a:cubicBezTo>
                  <a:cubicBezTo>
                    <a:pt x="314511" y="2498984"/>
                    <a:pt x="362212" y="2388466"/>
                    <a:pt x="415942" y="2280526"/>
                  </a:cubicBezTo>
                  <a:cubicBezTo>
                    <a:pt x="468884" y="2172197"/>
                    <a:pt x="527199" y="2066188"/>
                    <a:pt x="590102" y="1962626"/>
                  </a:cubicBezTo>
                  <a:cubicBezTo>
                    <a:pt x="716037" y="1755631"/>
                    <a:pt x="859794" y="1557653"/>
                    <a:pt x="1020719" y="1373070"/>
                  </a:cubicBezTo>
                  <a:cubicBezTo>
                    <a:pt x="1101575" y="1281101"/>
                    <a:pt x="1185969" y="1191838"/>
                    <a:pt x="1275080" y="1107081"/>
                  </a:cubicBezTo>
                  <a:cubicBezTo>
                    <a:pt x="1297227" y="1085699"/>
                    <a:pt x="1319504" y="1064575"/>
                    <a:pt x="1342437" y="1043965"/>
                  </a:cubicBezTo>
                  <a:cubicBezTo>
                    <a:pt x="1365240" y="1023226"/>
                    <a:pt x="1387648" y="1002102"/>
                    <a:pt x="1411106" y="982138"/>
                  </a:cubicBezTo>
                  <a:cubicBezTo>
                    <a:pt x="1457497" y="941563"/>
                    <a:pt x="1505065" y="902276"/>
                    <a:pt x="1553029" y="863376"/>
                  </a:cubicBezTo>
                  <a:cubicBezTo>
                    <a:pt x="1745798" y="708806"/>
                    <a:pt x="1954030" y="571882"/>
                    <a:pt x="2173401" y="454409"/>
                  </a:cubicBezTo>
                  <a:cubicBezTo>
                    <a:pt x="2612013" y="219334"/>
                    <a:pt x="3099505" y="65666"/>
                    <a:pt x="3599708" y="16332"/>
                  </a:cubicBezTo>
                  <a:cubicBezTo>
                    <a:pt x="3724530" y="3966"/>
                    <a:pt x="3850400" y="-1283"/>
                    <a:pt x="3975975" y="26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51" name="Freeform: Shape 22">
              <a:extLst>
                <a:ext uri="{FF2B5EF4-FFF2-40B4-BE49-F238E27FC236}">
                  <a16:creationId xmlns:a16="http://schemas.microsoft.com/office/drawing/2014/main" id="{61023DD2-2E6F-4419-B404-80F08460BE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65276" y="313387"/>
              <a:ext cx="6326724" cy="6561326"/>
            </a:xfrm>
            <a:custGeom>
              <a:avLst/>
              <a:gdLst>
                <a:gd name="connsiteX0" fmla="*/ 6326724 w 6326724"/>
                <a:gd name="connsiteY0" fmla="*/ 5020808 h 6561326"/>
                <a:gd name="connsiteX1" fmla="*/ 6326724 w 6326724"/>
                <a:gd name="connsiteY1" fmla="*/ 5698632 h 6561326"/>
                <a:gd name="connsiteX2" fmla="*/ 6067438 w 6326724"/>
                <a:gd name="connsiteY2" fmla="*/ 5902509 h 6561326"/>
                <a:gd name="connsiteX3" fmla="*/ 5799974 w 6326724"/>
                <a:gd name="connsiteY3" fmla="*/ 6102017 h 6561326"/>
                <a:gd name="connsiteX4" fmla="*/ 5665258 w 6326724"/>
                <a:gd name="connsiteY4" fmla="*/ 6202100 h 6561326"/>
                <a:gd name="connsiteX5" fmla="*/ 5526873 w 6326724"/>
                <a:gd name="connsiteY5" fmla="*/ 6302828 h 6561326"/>
                <a:gd name="connsiteX6" fmla="*/ 5385080 w 6326724"/>
                <a:gd name="connsiteY6" fmla="*/ 6402268 h 6561326"/>
                <a:gd name="connsiteX7" fmla="*/ 5238833 w 6326724"/>
                <a:gd name="connsiteY7" fmla="*/ 6498875 h 6561326"/>
                <a:gd name="connsiteX8" fmla="*/ 5138040 w 6326724"/>
                <a:gd name="connsiteY8" fmla="*/ 6561326 h 6561326"/>
                <a:gd name="connsiteX9" fmla="*/ 3946072 w 6326724"/>
                <a:gd name="connsiteY9" fmla="*/ 6561326 h 6561326"/>
                <a:gd name="connsiteX10" fmla="*/ 3976009 w 6326724"/>
                <a:gd name="connsiteY10" fmla="*/ 6555242 h 6561326"/>
                <a:gd name="connsiteX11" fmla="*/ 4404855 w 6326724"/>
                <a:gd name="connsiteY11" fmla="*/ 6399048 h 6561326"/>
                <a:gd name="connsiteX12" fmla="*/ 4938868 w 6326724"/>
                <a:gd name="connsiteY12" fmla="*/ 6072132 h 6561326"/>
                <a:gd name="connsiteX13" fmla="*/ 5068342 w 6326724"/>
                <a:gd name="connsiteY13" fmla="*/ 5976042 h 6561326"/>
                <a:gd name="connsiteX14" fmla="*/ 5197816 w 6326724"/>
                <a:gd name="connsiteY14" fmla="*/ 5876730 h 6561326"/>
                <a:gd name="connsiteX15" fmla="*/ 5460039 w 6326724"/>
                <a:gd name="connsiteY15" fmla="*/ 5670637 h 6561326"/>
                <a:gd name="connsiteX16" fmla="*/ 5999033 w 6326724"/>
                <a:gd name="connsiteY16" fmla="*/ 5271718 h 6561326"/>
                <a:gd name="connsiteX17" fmla="*/ 6258766 w 6326724"/>
                <a:gd name="connsiteY17" fmla="*/ 5077603 h 6561326"/>
                <a:gd name="connsiteX18" fmla="*/ 4139342 w 6326724"/>
                <a:gd name="connsiteY18" fmla="*/ 440 h 6561326"/>
                <a:gd name="connsiteX19" fmla="*/ 4315744 w 6326724"/>
                <a:gd name="connsiteY19" fmla="*/ 6808 h 6561326"/>
                <a:gd name="connsiteX20" fmla="*/ 5015400 w 6326724"/>
                <a:gd name="connsiteY20" fmla="*/ 113591 h 6561326"/>
                <a:gd name="connsiteX21" fmla="*/ 5681114 w 6326724"/>
                <a:gd name="connsiteY21" fmla="*/ 361418 h 6561326"/>
                <a:gd name="connsiteX22" fmla="*/ 6270952 w 6326724"/>
                <a:gd name="connsiteY22" fmla="*/ 755441 h 6561326"/>
                <a:gd name="connsiteX23" fmla="*/ 6326724 w 6326724"/>
                <a:gd name="connsiteY23" fmla="*/ 807432 h 6561326"/>
                <a:gd name="connsiteX24" fmla="*/ 6326724 w 6326724"/>
                <a:gd name="connsiteY24" fmla="*/ 1231565 h 6561326"/>
                <a:gd name="connsiteX25" fmla="*/ 6302093 w 6326724"/>
                <a:gd name="connsiteY25" fmla="*/ 1203002 h 6561326"/>
                <a:gd name="connsiteX26" fmla="*/ 6066914 w 6326724"/>
                <a:gd name="connsiteY26" fmla="*/ 989616 h 6561326"/>
                <a:gd name="connsiteX27" fmla="*/ 5533688 w 6326724"/>
                <a:gd name="connsiteY27" fmla="*/ 647242 h 6561326"/>
                <a:gd name="connsiteX28" fmla="*/ 4933626 w 6326724"/>
                <a:gd name="connsiteY28" fmla="*/ 432262 h 6561326"/>
                <a:gd name="connsiteX29" fmla="*/ 4296873 w 6326724"/>
                <a:gd name="connsiteY29" fmla="*/ 343126 h 6561326"/>
                <a:gd name="connsiteX30" fmla="*/ 3651602 w 6326724"/>
                <a:gd name="connsiteY30" fmla="*/ 365797 h 6561326"/>
                <a:gd name="connsiteX31" fmla="*/ 3018256 w 6326724"/>
                <a:gd name="connsiteY31" fmla="*/ 496666 h 6561326"/>
                <a:gd name="connsiteX32" fmla="*/ 2412429 w 6326724"/>
                <a:gd name="connsiteY32" fmla="*/ 724399 h 6561326"/>
                <a:gd name="connsiteX33" fmla="*/ 1329857 w 6326724"/>
                <a:gd name="connsiteY33" fmla="*/ 1424086 h 6561326"/>
                <a:gd name="connsiteX34" fmla="*/ 887314 w 6326724"/>
                <a:gd name="connsiteY34" fmla="*/ 1891015 h 6561326"/>
                <a:gd name="connsiteX35" fmla="*/ 537420 w 6326724"/>
                <a:gd name="connsiteY35" fmla="*/ 2427245 h 6561326"/>
                <a:gd name="connsiteX36" fmla="*/ 299965 w 6326724"/>
                <a:gd name="connsiteY36" fmla="*/ 3020021 h 6561326"/>
                <a:gd name="connsiteX37" fmla="*/ 213606 w 6326724"/>
                <a:gd name="connsiteY37" fmla="*/ 3651953 h 6561326"/>
                <a:gd name="connsiteX38" fmla="*/ 250036 w 6326724"/>
                <a:gd name="connsiteY38" fmla="*/ 3961352 h 6561326"/>
                <a:gd name="connsiteX39" fmla="*/ 357625 w 6326724"/>
                <a:gd name="connsiteY39" fmla="*/ 4250783 h 6561326"/>
                <a:gd name="connsiteX40" fmla="*/ 432715 w 6326724"/>
                <a:gd name="connsiteY40" fmla="*/ 4387063 h 6561326"/>
                <a:gd name="connsiteX41" fmla="*/ 518943 w 6326724"/>
                <a:gd name="connsiteY41" fmla="*/ 4518962 h 6561326"/>
                <a:gd name="connsiteX42" fmla="*/ 718133 w 6326724"/>
                <a:gd name="connsiteY42" fmla="*/ 4773874 h 6561326"/>
                <a:gd name="connsiteX43" fmla="*/ 933704 w 6326724"/>
                <a:gd name="connsiteY43" fmla="*/ 5030717 h 6561326"/>
                <a:gd name="connsiteX44" fmla="*/ 1040900 w 6326724"/>
                <a:gd name="connsiteY44" fmla="*/ 5164806 h 6561326"/>
                <a:gd name="connsiteX45" fmla="*/ 1092401 w 6326724"/>
                <a:gd name="connsiteY45" fmla="*/ 5230628 h 6561326"/>
                <a:gd name="connsiteX46" fmla="*/ 1142854 w 6326724"/>
                <a:gd name="connsiteY46" fmla="*/ 5293615 h 6561326"/>
                <a:gd name="connsiteX47" fmla="*/ 1576354 w 6326724"/>
                <a:gd name="connsiteY47" fmla="*/ 5759128 h 6561326"/>
                <a:gd name="connsiteX48" fmla="*/ 1806865 w 6326724"/>
                <a:gd name="connsiteY48" fmla="*/ 5968571 h 6561326"/>
                <a:gd name="connsiteX49" fmla="*/ 2048253 w 6326724"/>
                <a:gd name="connsiteY49" fmla="*/ 6161654 h 6561326"/>
                <a:gd name="connsiteX50" fmla="*/ 2587506 w 6326724"/>
                <a:gd name="connsiteY50" fmla="*/ 6467059 h 6561326"/>
                <a:gd name="connsiteX51" fmla="*/ 2889176 w 6326724"/>
                <a:gd name="connsiteY51" fmla="*/ 6553360 h 6561326"/>
                <a:gd name="connsiteX52" fmla="*/ 2929698 w 6326724"/>
                <a:gd name="connsiteY52" fmla="*/ 6561326 h 6561326"/>
                <a:gd name="connsiteX53" fmla="*/ 1816374 w 6326724"/>
                <a:gd name="connsiteY53" fmla="*/ 6561326 h 6561326"/>
                <a:gd name="connsiteX54" fmla="*/ 1787601 w 6326724"/>
                <a:gd name="connsiteY54" fmla="*/ 6545761 h 6561326"/>
                <a:gd name="connsiteX55" fmla="*/ 1225544 w 6326724"/>
                <a:gd name="connsiteY55" fmla="*/ 6094158 h 6561326"/>
                <a:gd name="connsiteX56" fmla="*/ 997654 w 6326724"/>
                <a:gd name="connsiteY56" fmla="*/ 5822374 h 6561326"/>
                <a:gd name="connsiteX57" fmla="*/ 798596 w 6326724"/>
                <a:gd name="connsiteY57" fmla="*/ 5534615 h 6561326"/>
                <a:gd name="connsiteX58" fmla="*/ 752075 w 6326724"/>
                <a:gd name="connsiteY58" fmla="*/ 5461324 h 6561326"/>
                <a:gd name="connsiteX59" fmla="*/ 707650 w 6326724"/>
                <a:gd name="connsiteY59" fmla="*/ 5390221 h 6561326"/>
                <a:gd name="connsiteX60" fmla="*/ 619980 w 6326724"/>
                <a:gd name="connsiteY60" fmla="*/ 5252396 h 6561326"/>
                <a:gd name="connsiteX61" fmla="*/ 438349 w 6326724"/>
                <a:gd name="connsiteY61" fmla="*/ 4970822 h 6561326"/>
                <a:gd name="connsiteX62" fmla="*/ 261044 w 6326724"/>
                <a:gd name="connsiteY62" fmla="*/ 4673145 h 6561326"/>
                <a:gd name="connsiteX63" fmla="*/ 181107 w 6326724"/>
                <a:gd name="connsiteY63" fmla="*/ 4515356 h 6561326"/>
                <a:gd name="connsiteX64" fmla="*/ 113224 w 6326724"/>
                <a:gd name="connsiteY64" fmla="*/ 4350223 h 6561326"/>
                <a:gd name="connsiteX65" fmla="*/ 61199 w 6326724"/>
                <a:gd name="connsiteY65" fmla="*/ 4178908 h 6561326"/>
                <a:gd name="connsiteX66" fmla="*/ 41804 w 6326724"/>
                <a:gd name="connsiteY66" fmla="*/ 4091577 h 6561326"/>
                <a:gd name="connsiteX67" fmla="*/ 33287 w 6326724"/>
                <a:gd name="connsiteY67" fmla="*/ 4047781 h 6561326"/>
                <a:gd name="connsiteX68" fmla="*/ 26209 w 6326724"/>
                <a:gd name="connsiteY68" fmla="*/ 4003858 h 6561326"/>
                <a:gd name="connsiteX69" fmla="*/ 0 w 6326724"/>
                <a:gd name="connsiteY69" fmla="*/ 3651953 h 6561326"/>
                <a:gd name="connsiteX70" fmla="*/ 72731 w 6326724"/>
                <a:gd name="connsiteY70" fmla="*/ 2966307 h 6561326"/>
                <a:gd name="connsiteX71" fmla="*/ 291316 w 6326724"/>
                <a:gd name="connsiteY71" fmla="*/ 2309385 h 6561326"/>
                <a:gd name="connsiteX72" fmla="*/ 1110878 w 6326724"/>
                <a:gd name="connsiteY72" fmla="*/ 1193776 h 6561326"/>
                <a:gd name="connsiteX73" fmla="*/ 1654327 w 6326724"/>
                <a:gd name="connsiteY73" fmla="*/ 756730 h 6561326"/>
                <a:gd name="connsiteX74" fmla="*/ 2261727 w 6326724"/>
                <a:gd name="connsiteY74" fmla="*/ 409720 h 6561326"/>
                <a:gd name="connsiteX75" fmla="*/ 3610060 w 6326724"/>
                <a:gd name="connsiteY75" fmla="*/ 27032 h 6561326"/>
                <a:gd name="connsiteX76" fmla="*/ 4139342 w 6326724"/>
                <a:gd name="connsiteY76" fmla="*/ 440 h 6561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326724" h="6561326">
                  <a:moveTo>
                    <a:pt x="6326724" y="5020808"/>
                  </a:moveTo>
                  <a:lnTo>
                    <a:pt x="6326724" y="5698632"/>
                  </a:lnTo>
                  <a:lnTo>
                    <a:pt x="6067438" y="5902509"/>
                  </a:lnTo>
                  <a:cubicBezTo>
                    <a:pt x="5977868" y="5970407"/>
                    <a:pt x="5888364" y="6036453"/>
                    <a:pt x="5799974" y="6102017"/>
                  </a:cubicBezTo>
                  <a:lnTo>
                    <a:pt x="5665258" y="6202100"/>
                  </a:lnTo>
                  <a:cubicBezTo>
                    <a:pt x="5619654" y="6235719"/>
                    <a:pt x="5573656" y="6269596"/>
                    <a:pt x="5526873" y="6302828"/>
                  </a:cubicBezTo>
                  <a:cubicBezTo>
                    <a:pt x="5480220" y="6336189"/>
                    <a:pt x="5433044" y="6369423"/>
                    <a:pt x="5385080" y="6402268"/>
                  </a:cubicBezTo>
                  <a:cubicBezTo>
                    <a:pt x="5336988" y="6434857"/>
                    <a:pt x="5288500" y="6467187"/>
                    <a:pt x="5238833" y="6498875"/>
                  </a:cubicBezTo>
                  <a:lnTo>
                    <a:pt x="5138040" y="6561326"/>
                  </a:lnTo>
                  <a:lnTo>
                    <a:pt x="3946072" y="6561326"/>
                  </a:lnTo>
                  <a:lnTo>
                    <a:pt x="3976009" y="6555242"/>
                  </a:lnTo>
                  <a:cubicBezTo>
                    <a:pt x="4123712" y="6519227"/>
                    <a:pt x="4266863" y="6466383"/>
                    <a:pt x="4404855" y="6399048"/>
                  </a:cubicBezTo>
                  <a:cubicBezTo>
                    <a:pt x="4589500" y="6310299"/>
                    <a:pt x="4765232" y="6196690"/>
                    <a:pt x="4938868" y="6072132"/>
                  </a:cubicBezTo>
                  <a:cubicBezTo>
                    <a:pt x="4982245" y="6041089"/>
                    <a:pt x="5025359" y="6008630"/>
                    <a:pt x="5068342" y="5976042"/>
                  </a:cubicBezTo>
                  <a:cubicBezTo>
                    <a:pt x="5111588" y="5943453"/>
                    <a:pt x="5154702" y="5910349"/>
                    <a:pt x="5197816" y="5876730"/>
                  </a:cubicBezTo>
                  <a:lnTo>
                    <a:pt x="5460039" y="5670637"/>
                  </a:lnTo>
                  <a:cubicBezTo>
                    <a:pt x="5639966" y="5530365"/>
                    <a:pt x="5821596" y="5399753"/>
                    <a:pt x="5999033" y="5271718"/>
                  </a:cubicBezTo>
                  <a:cubicBezTo>
                    <a:pt x="6087686" y="5207700"/>
                    <a:pt x="6174667" y="5143360"/>
                    <a:pt x="6258766" y="5077603"/>
                  </a:cubicBezTo>
                  <a:close/>
                  <a:moveTo>
                    <a:pt x="4139342" y="440"/>
                  </a:moveTo>
                  <a:cubicBezTo>
                    <a:pt x="4198237" y="1301"/>
                    <a:pt x="4257068" y="3427"/>
                    <a:pt x="4315744" y="6808"/>
                  </a:cubicBezTo>
                  <a:cubicBezTo>
                    <a:pt x="4550841" y="20849"/>
                    <a:pt x="4785806" y="55240"/>
                    <a:pt x="5015400" y="113591"/>
                  </a:cubicBezTo>
                  <a:cubicBezTo>
                    <a:pt x="5244992" y="171812"/>
                    <a:pt x="5469212" y="254249"/>
                    <a:pt x="5681114" y="361418"/>
                  </a:cubicBezTo>
                  <a:cubicBezTo>
                    <a:pt x="5892754" y="468586"/>
                    <a:pt x="6093124" y="599584"/>
                    <a:pt x="6270952" y="755441"/>
                  </a:cubicBezTo>
                  <a:lnTo>
                    <a:pt x="6326724" y="807432"/>
                  </a:lnTo>
                  <a:lnTo>
                    <a:pt x="6326724" y="1231565"/>
                  </a:lnTo>
                  <a:lnTo>
                    <a:pt x="6302093" y="1203002"/>
                  </a:lnTo>
                  <a:cubicBezTo>
                    <a:pt x="6227937" y="1127247"/>
                    <a:pt x="6149211" y="1056081"/>
                    <a:pt x="6066914" y="989616"/>
                  </a:cubicBezTo>
                  <a:cubicBezTo>
                    <a:pt x="5902714" y="856299"/>
                    <a:pt x="5724360" y="740371"/>
                    <a:pt x="5533688" y="647242"/>
                  </a:cubicBezTo>
                  <a:cubicBezTo>
                    <a:pt x="5343146" y="553857"/>
                    <a:pt x="5141466" y="482239"/>
                    <a:pt x="4933626" y="432262"/>
                  </a:cubicBezTo>
                  <a:cubicBezTo>
                    <a:pt x="4725788" y="382156"/>
                    <a:pt x="4512182" y="353303"/>
                    <a:pt x="4296873" y="343126"/>
                  </a:cubicBezTo>
                  <a:cubicBezTo>
                    <a:pt x="4081172" y="332435"/>
                    <a:pt x="3865732" y="339520"/>
                    <a:pt x="3651602" y="365797"/>
                  </a:cubicBezTo>
                  <a:cubicBezTo>
                    <a:pt x="3437604" y="392202"/>
                    <a:pt x="3225572" y="436384"/>
                    <a:pt x="3018256" y="496666"/>
                  </a:cubicBezTo>
                  <a:cubicBezTo>
                    <a:pt x="2810809" y="556691"/>
                    <a:pt x="2608474" y="634362"/>
                    <a:pt x="2412429" y="724399"/>
                  </a:cubicBezTo>
                  <a:cubicBezTo>
                    <a:pt x="2019160" y="902541"/>
                    <a:pt x="1651969" y="1138775"/>
                    <a:pt x="1329857" y="1424086"/>
                  </a:cubicBezTo>
                  <a:cubicBezTo>
                    <a:pt x="1169326" y="1567192"/>
                    <a:pt x="1020588" y="1723307"/>
                    <a:pt x="887314" y="1891015"/>
                  </a:cubicBezTo>
                  <a:cubicBezTo>
                    <a:pt x="753778" y="2058466"/>
                    <a:pt x="635967" y="2238026"/>
                    <a:pt x="537420" y="2427245"/>
                  </a:cubicBezTo>
                  <a:cubicBezTo>
                    <a:pt x="438874" y="2616335"/>
                    <a:pt x="356839" y="2814313"/>
                    <a:pt x="299965" y="3020021"/>
                  </a:cubicBezTo>
                  <a:cubicBezTo>
                    <a:pt x="242961" y="3225212"/>
                    <a:pt x="213474" y="3438518"/>
                    <a:pt x="213606" y="3651953"/>
                  </a:cubicBezTo>
                  <a:cubicBezTo>
                    <a:pt x="214785" y="3756804"/>
                    <a:pt x="225269" y="3860881"/>
                    <a:pt x="250036" y="3961352"/>
                  </a:cubicBezTo>
                  <a:cubicBezTo>
                    <a:pt x="274412" y="4061950"/>
                    <a:pt x="312284" y="4158171"/>
                    <a:pt x="357625" y="4250783"/>
                  </a:cubicBezTo>
                  <a:cubicBezTo>
                    <a:pt x="380558" y="4297025"/>
                    <a:pt x="405982" y="4342366"/>
                    <a:pt x="432715" y="4387063"/>
                  </a:cubicBezTo>
                  <a:cubicBezTo>
                    <a:pt x="459841" y="4431630"/>
                    <a:pt x="488803" y="4475554"/>
                    <a:pt x="518943" y="4518962"/>
                  </a:cubicBezTo>
                  <a:cubicBezTo>
                    <a:pt x="580011" y="4605521"/>
                    <a:pt x="647893" y="4689504"/>
                    <a:pt x="718133" y="4773874"/>
                  </a:cubicBezTo>
                  <a:cubicBezTo>
                    <a:pt x="788374" y="4858372"/>
                    <a:pt x="861760" y="4942871"/>
                    <a:pt x="933704" y="5030717"/>
                  </a:cubicBezTo>
                  <a:cubicBezTo>
                    <a:pt x="969742" y="5074512"/>
                    <a:pt x="1005387" y="5119337"/>
                    <a:pt x="1040900" y="5164806"/>
                  </a:cubicBezTo>
                  <a:lnTo>
                    <a:pt x="1092401" y="5230628"/>
                  </a:lnTo>
                  <a:cubicBezTo>
                    <a:pt x="1109306" y="5251624"/>
                    <a:pt x="1125425" y="5273135"/>
                    <a:pt x="1142854" y="5293615"/>
                  </a:cubicBezTo>
                  <a:cubicBezTo>
                    <a:pt x="1278880" y="5460293"/>
                    <a:pt x="1426438" y="5613704"/>
                    <a:pt x="1576354" y="5759128"/>
                  </a:cubicBezTo>
                  <a:cubicBezTo>
                    <a:pt x="1651706" y="5831519"/>
                    <a:pt x="1728368" y="5901461"/>
                    <a:pt x="1806865" y="5968571"/>
                  </a:cubicBezTo>
                  <a:cubicBezTo>
                    <a:pt x="1885362" y="6035680"/>
                    <a:pt x="1965299" y="6100599"/>
                    <a:pt x="2048253" y="6161654"/>
                  </a:cubicBezTo>
                  <a:cubicBezTo>
                    <a:pt x="2213502" y="6284022"/>
                    <a:pt x="2391724" y="6393380"/>
                    <a:pt x="2587506" y="6467059"/>
                  </a:cubicBezTo>
                  <a:cubicBezTo>
                    <a:pt x="2685137" y="6503898"/>
                    <a:pt x="2786304" y="6532106"/>
                    <a:pt x="2889176" y="6553360"/>
                  </a:cubicBezTo>
                  <a:lnTo>
                    <a:pt x="2929698" y="6561326"/>
                  </a:lnTo>
                  <a:lnTo>
                    <a:pt x="1816374" y="6561326"/>
                  </a:lnTo>
                  <a:lnTo>
                    <a:pt x="1787601" y="6545761"/>
                  </a:lnTo>
                  <a:cubicBezTo>
                    <a:pt x="1577272" y="6422749"/>
                    <a:pt x="1389483" y="6266761"/>
                    <a:pt x="1225544" y="6094158"/>
                  </a:cubicBezTo>
                  <a:cubicBezTo>
                    <a:pt x="1143116" y="6007986"/>
                    <a:pt x="1068158" y="5916274"/>
                    <a:pt x="997654" y="5822374"/>
                  </a:cubicBezTo>
                  <a:cubicBezTo>
                    <a:pt x="927546" y="5728086"/>
                    <a:pt x="860842" y="5632381"/>
                    <a:pt x="798596" y="5534615"/>
                  </a:cubicBezTo>
                  <a:cubicBezTo>
                    <a:pt x="782608" y="5510399"/>
                    <a:pt x="767537" y="5485797"/>
                    <a:pt x="752075" y="5461324"/>
                  </a:cubicBezTo>
                  <a:lnTo>
                    <a:pt x="707650" y="5390221"/>
                  </a:lnTo>
                  <a:cubicBezTo>
                    <a:pt x="679213" y="5344237"/>
                    <a:pt x="649728" y="5298638"/>
                    <a:pt x="619980" y="5252396"/>
                  </a:cubicBezTo>
                  <a:lnTo>
                    <a:pt x="438349" y="4970822"/>
                  </a:lnTo>
                  <a:cubicBezTo>
                    <a:pt x="377413" y="4874860"/>
                    <a:pt x="317263" y="4776064"/>
                    <a:pt x="261044" y="4673145"/>
                  </a:cubicBezTo>
                  <a:cubicBezTo>
                    <a:pt x="233000" y="4621622"/>
                    <a:pt x="205874" y="4569197"/>
                    <a:pt x="181107" y="4515356"/>
                  </a:cubicBezTo>
                  <a:cubicBezTo>
                    <a:pt x="156470" y="4461385"/>
                    <a:pt x="133537" y="4406385"/>
                    <a:pt x="113224" y="4350223"/>
                  </a:cubicBezTo>
                  <a:cubicBezTo>
                    <a:pt x="93305" y="4293934"/>
                    <a:pt x="75614" y="4236872"/>
                    <a:pt x="61199" y="4178908"/>
                  </a:cubicBezTo>
                  <a:cubicBezTo>
                    <a:pt x="54385" y="4149927"/>
                    <a:pt x="47440" y="4120815"/>
                    <a:pt x="41804" y="4091577"/>
                  </a:cubicBezTo>
                  <a:lnTo>
                    <a:pt x="33287" y="4047781"/>
                  </a:lnTo>
                  <a:lnTo>
                    <a:pt x="26209" y="4003858"/>
                  </a:lnTo>
                  <a:cubicBezTo>
                    <a:pt x="7732" y="3886643"/>
                    <a:pt x="0" y="3768783"/>
                    <a:pt x="0" y="3651953"/>
                  </a:cubicBezTo>
                  <a:cubicBezTo>
                    <a:pt x="524" y="3422031"/>
                    <a:pt x="25030" y="3192109"/>
                    <a:pt x="72731" y="2966307"/>
                  </a:cubicBezTo>
                  <a:cubicBezTo>
                    <a:pt x="120301" y="2740634"/>
                    <a:pt x="193163" y="2519343"/>
                    <a:pt x="291316" y="2309385"/>
                  </a:cubicBezTo>
                  <a:cubicBezTo>
                    <a:pt x="488540" y="1889469"/>
                    <a:pt x="774352" y="1513736"/>
                    <a:pt x="1110878" y="1193776"/>
                  </a:cubicBezTo>
                  <a:cubicBezTo>
                    <a:pt x="1279535" y="1033797"/>
                    <a:pt x="1461821" y="887856"/>
                    <a:pt x="1654327" y="756730"/>
                  </a:cubicBezTo>
                  <a:cubicBezTo>
                    <a:pt x="1847096" y="625732"/>
                    <a:pt x="2049956" y="509031"/>
                    <a:pt x="2261727" y="409720"/>
                  </a:cubicBezTo>
                  <a:cubicBezTo>
                    <a:pt x="2685792" y="212515"/>
                    <a:pt x="3142357" y="82162"/>
                    <a:pt x="3610060" y="27032"/>
                  </a:cubicBezTo>
                  <a:cubicBezTo>
                    <a:pt x="3785399" y="6647"/>
                    <a:pt x="3962657" y="-2144"/>
                    <a:pt x="4139342" y="44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4A6C98-F96E-4587-B01F-A9B01BBFAD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1866928 h 6521594"/>
                <a:gd name="connsiteX4" fmla="*/ 6212358 w 6321679"/>
                <a:gd name="connsiteY4" fmla="*/ 1689281 h 6521594"/>
                <a:gd name="connsiteX5" fmla="*/ 6049880 w 6321679"/>
                <a:gd name="connsiteY5" fmla="*/ 1477173 h 6521594"/>
                <a:gd name="connsiteX6" fmla="*/ 5248663 w 6321679"/>
                <a:gd name="connsiteY6" fmla="*/ 869327 h 6521594"/>
                <a:gd name="connsiteX7" fmla="*/ 4150102 w 6321679"/>
                <a:gd name="connsiteY7" fmla="*/ 644042 h 6521594"/>
                <a:gd name="connsiteX8" fmla="*/ 2867946 w 6321679"/>
                <a:gd name="connsiteY8" fmla="*/ 886459 h 6521594"/>
                <a:gd name="connsiteX9" fmla="*/ 1728892 w 6321679"/>
                <a:gd name="connsiteY9" fmla="*/ 1552397 h 6521594"/>
                <a:gd name="connsiteX10" fmla="*/ 941043 w 6321679"/>
                <a:gd name="connsiteY10" fmla="*/ 2512664 h 6521594"/>
                <a:gd name="connsiteX11" fmla="*/ 655362 w 6321679"/>
                <a:gd name="connsiteY11" fmla="*/ 3630204 h 6521594"/>
                <a:gd name="connsiteX12" fmla="*/ 1128177 w 6321679"/>
                <a:gd name="connsiteY12" fmla="*/ 4667883 h 6521594"/>
                <a:gd name="connsiteX13" fmla="*/ 1366419 w 6321679"/>
                <a:gd name="connsiteY13" fmla="*/ 4997246 h 6521594"/>
                <a:gd name="connsiteX14" fmla="*/ 3601937 w 6321679"/>
                <a:gd name="connsiteY14" fmla="*/ 6284685 h 6521594"/>
                <a:gd name="connsiteX15" fmla="*/ 5298985 w 6321679"/>
                <a:gd name="connsiteY15" fmla="*/ 5492643 h 6521594"/>
                <a:gd name="connsiteX16" fmla="*/ 5505513 w 6321679"/>
                <a:gd name="connsiteY16" fmla="*/ 5335367 h 6521594"/>
                <a:gd name="connsiteX17" fmla="*/ 6252618 w 6321679"/>
                <a:gd name="connsiteY17" fmla="*/ 4722492 h 6521594"/>
                <a:gd name="connsiteX18" fmla="*/ 6321679 w 6321679"/>
                <a:gd name="connsiteY18" fmla="*/ 4651477 h 6521594"/>
                <a:gd name="connsiteX19" fmla="*/ 6321679 w 6321679"/>
                <a:gd name="connsiteY19" fmla="*/ 5523097 h 6521594"/>
                <a:gd name="connsiteX20" fmla="*/ 6024428 w 6321679"/>
                <a:gd name="connsiteY20" fmla="*/ 5754969 h 6521594"/>
                <a:gd name="connsiteX21" fmla="*/ 5702345 w 6321679"/>
                <a:gd name="connsiteY21" fmla="*/ 6000018 h 6521594"/>
                <a:gd name="connsiteX22" fmla="*/ 4988380 w 6321679"/>
                <a:gd name="connsiteY22" fmla="*/ 6506549 h 6521594"/>
                <a:gd name="connsiteX23" fmla="*/ 4961490 w 6321679"/>
                <a:gd name="connsiteY23" fmla="*/ 6521594 h 6521594"/>
                <a:gd name="connsiteX24" fmla="*/ 2011326 w 6321679"/>
                <a:gd name="connsiteY24" fmla="*/ 6521594 h 6521594"/>
                <a:gd name="connsiteX25" fmla="*/ 1982893 w 6321679"/>
                <a:gd name="connsiteY25" fmla="*/ 6505768 h 6521594"/>
                <a:gd name="connsiteX26" fmla="*/ 824149 w 6321679"/>
                <a:gd name="connsiteY26" fmla="*/ 5358682 h 6521594"/>
                <a:gd name="connsiteX27" fmla="*/ 0 w 6321679"/>
                <a:gd name="connsiteY27" fmla="*/ 3630075 h 6521594"/>
                <a:gd name="connsiteX28" fmla="*/ 4150102 w 6321679"/>
                <a:gd name="connsiteY28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1866928"/>
                  </a:lnTo>
                  <a:lnTo>
                    <a:pt x="6212358" y="1689281"/>
                  </a:lnTo>
                  <a:cubicBezTo>
                    <a:pt x="6161484" y="1615222"/>
                    <a:pt x="6107295" y="1544427"/>
                    <a:pt x="6049880" y="1477173"/>
                  </a:cubicBezTo>
                  <a:cubicBezTo>
                    <a:pt x="5825135" y="1214018"/>
                    <a:pt x="5555573" y="1009470"/>
                    <a:pt x="5248663" y="869327"/>
                  </a:cubicBezTo>
                  <a:cubicBezTo>
                    <a:pt x="4921178" y="719909"/>
                    <a:pt x="4551627" y="644042"/>
                    <a:pt x="4150102" y="644042"/>
                  </a:cubicBezTo>
                  <a:cubicBezTo>
                    <a:pt x="3724203" y="644042"/>
                    <a:pt x="3292799" y="725448"/>
                    <a:pt x="2867946" y="886459"/>
                  </a:cubicBezTo>
                  <a:cubicBezTo>
                    <a:pt x="2454234" y="1042832"/>
                    <a:pt x="2060440" y="1273141"/>
                    <a:pt x="1728892" y="1552397"/>
                  </a:cubicBezTo>
                  <a:cubicBezTo>
                    <a:pt x="1391580" y="1836419"/>
                    <a:pt x="1126473" y="2159600"/>
                    <a:pt x="941043" y="2512664"/>
                  </a:cubicBezTo>
                  <a:cubicBezTo>
                    <a:pt x="751551" y="2873583"/>
                    <a:pt x="655362" y="3249575"/>
                    <a:pt x="655362" y="3630204"/>
                  </a:cubicBezTo>
                  <a:cubicBezTo>
                    <a:pt x="655362" y="4013537"/>
                    <a:pt x="808817" y="4237405"/>
                    <a:pt x="1128177" y="4667883"/>
                  </a:cubicBezTo>
                  <a:cubicBezTo>
                    <a:pt x="1205232" y="4771702"/>
                    <a:pt x="1284908" y="4879129"/>
                    <a:pt x="1366419" y="4997246"/>
                  </a:cubicBezTo>
                  <a:cubicBezTo>
                    <a:pt x="1989282" y="5899677"/>
                    <a:pt x="2657880" y="6284685"/>
                    <a:pt x="3601937" y="6284685"/>
                  </a:cubicBezTo>
                  <a:cubicBezTo>
                    <a:pt x="4221523" y="6284685"/>
                    <a:pt x="4676122" y="5971036"/>
                    <a:pt x="5298985" y="5492643"/>
                  </a:cubicBezTo>
                  <a:cubicBezTo>
                    <a:pt x="5368571" y="5439187"/>
                    <a:pt x="5438156" y="5386375"/>
                    <a:pt x="5505513" y="5335367"/>
                  </a:cubicBezTo>
                  <a:cubicBezTo>
                    <a:pt x="5779335" y="5127761"/>
                    <a:pt x="6041730" y="4928776"/>
                    <a:pt x="6252618" y="4722492"/>
                  </a:cubicBezTo>
                  <a:lnTo>
                    <a:pt x="6321679" y="4651477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52" name="Freeform: Shape 24">
              <a:extLst>
                <a:ext uri="{FF2B5EF4-FFF2-40B4-BE49-F238E27FC236}">
                  <a16:creationId xmlns:a16="http://schemas.microsoft.com/office/drawing/2014/main" id="{A66409EC-9CC3-482A-A4A5-54ED092B3F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2150195 h 6521594"/>
                <a:gd name="connsiteX4" fmla="*/ 6241288 w 6321679"/>
                <a:gd name="connsiteY4" fmla="*/ 1985338 h 6521594"/>
                <a:gd name="connsiteX5" fmla="*/ 5949367 w 6321679"/>
                <a:gd name="connsiteY5" fmla="*/ 1559997 h 6521594"/>
                <a:gd name="connsiteX6" fmla="*/ 5193362 w 6321679"/>
                <a:gd name="connsiteY6" fmla="*/ 986156 h 6521594"/>
                <a:gd name="connsiteX7" fmla="*/ 4150102 w 6321679"/>
                <a:gd name="connsiteY7" fmla="*/ 772850 h 6521594"/>
                <a:gd name="connsiteX8" fmla="*/ 2914861 w 6321679"/>
                <a:gd name="connsiteY8" fmla="*/ 1006637 h 6521594"/>
                <a:gd name="connsiteX9" fmla="*/ 1814073 w 6321679"/>
                <a:gd name="connsiteY9" fmla="*/ 1650163 h 6521594"/>
                <a:gd name="connsiteX10" fmla="*/ 1057412 w 6321679"/>
                <a:gd name="connsiteY10" fmla="*/ 2571657 h 6521594"/>
                <a:gd name="connsiteX11" fmla="*/ 786277 w 6321679"/>
                <a:gd name="connsiteY11" fmla="*/ 3630204 h 6521594"/>
                <a:gd name="connsiteX12" fmla="*/ 1233931 w 6321679"/>
                <a:gd name="connsiteY12" fmla="*/ 4592016 h 6521594"/>
                <a:gd name="connsiteX13" fmla="*/ 1474795 w 6321679"/>
                <a:gd name="connsiteY13" fmla="*/ 4924985 h 6521594"/>
                <a:gd name="connsiteX14" fmla="*/ 2393691 w 6321679"/>
                <a:gd name="connsiteY14" fmla="*/ 5846995 h 6521594"/>
                <a:gd name="connsiteX15" fmla="*/ 3601805 w 6321679"/>
                <a:gd name="connsiteY15" fmla="*/ 6155876 h 6521594"/>
                <a:gd name="connsiteX16" fmla="*/ 4378909 w 6321679"/>
                <a:gd name="connsiteY16" fmla="*/ 5959186 h 6521594"/>
                <a:gd name="connsiteX17" fmla="*/ 5218129 w 6321679"/>
                <a:gd name="connsiteY17" fmla="*/ 5391271 h 6521594"/>
                <a:gd name="connsiteX18" fmla="*/ 5425313 w 6321679"/>
                <a:gd name="connsiteY18" fmla="*/ 5233481 h 6521594"/>
                <a:gd name="connsiteX19" fmla="*/ 6254366 w 6321679"/>
                <a:gd name="connsiteY19" fmla="*/ 4534301 h 6521594"/>
                <a:gd name="connsiteX20" fmla="*/ 6321679 w 6321679"/>
                <a:gd name="connsiteY20" fmla="*/ 4456641 h 6521594"/>
                <a:gd name="connsiteX21" fmla="*/ 6321679 w 6321679"/>
                <a:gd name="connsiteY21" fmla="*/ 5523097 h 6521594"/>
                <a:gd name="connsiteX22" fmla="*/ 6024428 w 6321679"/>
                <a:gd name="connsiteY22" fmla="*/ 5754969 h 6521594"/>
                <a:gd name="connsiteX23" fmla="*/ 5702345 w 6321679"/>
                <a:gd name="connsiteY23" fmla="*/ 6000018 h 6521594"/>
                <a:gd name="connsiteX24" fmla="*/ 4988380 w 6321679"/>
                <a:gd name="connsiteY24" fmla="*/ 6506549 h 6521594"/>
                <a:gd name="connsiteX25" fmla="*/ 4961490 w 6321679"/>
                <a:gd name="connsiteY25" fmla="*/ 6521594 h 6521594"/>
                <a:gd name="connsiteX26" fmla="*/ 2011326 w 6321679"/>
                <a:gd name="connsiteY26" fmla="*/ 6521594 h 6521594"/>
                <a:gd name="connsiteX27" fmla="*/ 1982893 w 6321679"/>
                <a:gd name="connsiteY27" fmla="*/ 6505768 h 6521594"/>
                <a:gd name="connsiteX28" fmla="*/ 824149 w 6321679"/>
                <a:gd name="connsiteY28" fmla="*/ 5358682 h 6521594"/>
                <a:gd name="connsiteX29" fmla="*/ 0 w 6321679"/>
                <a:gd name="connsiteY29" fmla="*/ 3630075 h 6521594"/>
                <a:gd name="connsiteX30" fmla="*/ 4150102 w 6321679"/>
                <a:gd name="connsiteY30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2150195"/>
                  </a:lnTo>
                  <a:lnTo>
                    <a:pt x="6241288" y="1985338"/>
                  </a:lnTo>
                  <a:cubicBezTo>
                    <a:pt x="6156788" y="1831195"/>
                    <a:pt x="6059249" y="1688709"/>
                    <a:pt x="5949367" y="1559997"/>
                  </a:cubicBezTo>
                  <a:cubicBezTo>
                    <a:pt x="5737073" y="1311397"/>
                    <a:pt x="5482843" y="1118314"/>
                    <a:pt x="5193362" y="986156"/>
                  </a:cubicBezTo>
                  <a:cubicBezTo>
                    <a:pt x="4883437" y="844596"/>
                    <a:pt x="4532365" y="772850"/>
                    <a:pt x="4150102" y="772850"/>
                  </a:cubicBezTo>
                  <a:cubicBezTo>
                    <a:pt x="3746218" y="772850"/>
                    <a:pt x="3319008" y="853613"/>
                    <a:pt x="2914861" y="1006637"/>
                  </a:cubicBezTo>
                  <a:cubicBezTo>
                    <a:pt x="2515039" y="1157857"/>
                    <a:pt x="2134350" y="1380438"/>
                    <a:pt x="1814073" y="1650163"/>
                  </a:cubicBezTo>
                  <a:cubicBezTo>
                    <a:pt x="1494190" y="1919502"/>
                    <a:pt x="1232622" y="2238173"/>
                    <a:pt x="1057412" y="2571657"/>
                  </a:cubicBezTo>
                  <a:cubicBezTo>
                    <a:pt x="877486" y="2914158"/>
                    <a:pt x="786277" y="3270313"/>
                    <a:pt x="786277" y="3630204"/>
                  </a:cubicBezTo>
                  <a:cubicBezTo>
                    <a:pt x="786277" y="3974121"/>
                    <a:pt x="923483" y="4173646"/>
                    <a:pt x="1233931" y="4592016"/>
                  </a:cubicBezTo>
                  <a:cubicBezTo>
                    <a:pt x="1311641" y="4696736"/>
                    <a:pt x="1391972" y="4805064"/>
                    <a:pt x="1474795" y="4924985"/>
                  </a:cubicBezTo>
                  <a:cubicBezTo>
                    <a:pt x="1767682" y="5349278"/>
                    <a:pt x="2068172" y="5650948"/>
                    <a:pt x="2393691" y="5846995"/>
                  </a:cubicBezTo>
                  <a:cubicBezTo>
                    <a:pt x="2738735" y="6054891"/>
                    <a:pt x="3133971" y="6155876"/>
                    <a:pt x="3601805" y="6155876"/>
                  </a:cubicBezTo>
                  <a:cubicBezTo>
                    <a:pt x="3867305" y="6155876"/>
                    <a:pt x="4114196" y="6093405"/>
                    <a:pt x="4378909" y="5959186"/>
                  </a:cubicBezTo>
                  <a:cubicBezTo>
                    <a:pt x="4650699" y="5821362"/>
                    <a:pt x="4919737" y="5620421"/>
                    <a:pt x="5218129" y="5391271"/>
                  </a:cubicBezTo>
                  <a:cubicBezTo>
                    <a:pt x="5288107" y="5337558"/>
                    <a:pt x="5357824" y="5284617"/>
                    <a:pt x="5425313" y="5233481"/>
                  </a:cubicBezTo>
                  <a:cubicBezTo>
                    <a:pt x="5739037" y="4995556"/>
                    <a:pt x="6037512" y="4769168"/>
                    <a:pt x="6254366" y="4534301"/>
                  </a:cubicBezTo>
                  <a:lnTo>
                    <a:pt x="6321679" y="4456641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Calibri"/>
                <a:ea typeface="Calibri"/>
                <a:cs typeface="Calibri"/>
              </a:endParaRPr>
            </a:p>
          </p:txBody>
        </p:sp>
      </p:grpSp>
      <p:pic>
        <p:nvPicPr>
          <p:cNvPr id="5" name="Рисунок 4" descr="Mastering LocalStorage in JavaScript | A Guide | by Tajammal Maqbool | Dev  Genius">
            <a:extLst>
              <a:ext uri="{FF2B5EF4-FFF2-40B4-BE49-F238E27FC236}">
                <a16:creationId xmlns:a16="http://schemas.microsoft.com/office/drawing/2014/main" id="{0DE47D62-86AC-F0E4-C931-BD40D5CD3A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8392" y="2851947"/>
            <a:ext cx="4142232" cy="2077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37766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F821940F-7A1D-4ACC-85B4-A932898ABB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16674508-81D3-48CF-96BF-7FC60EAA57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741994" cy="6858000"/>
          </a:xfrm>
          <a:custGeom>
            <a:avLst/>
            <a:gdLst>
              <a:gd name="connsiteX0" fmla="*/ 0 w 6568309"/>
              <a:gd name="connsiteY0" fmla="*/ 0 h 6858000"/>
              <a:gd name="connsiteX1" fmla="*/ 362841 w 6568309"/>
              <a:gd name="connsiteY1" fmla="*/ 0 h 6858000"/>
              <a:gd name="connsiteX2" fmla="*/ 523269 w 6568309"/>
              <a:gd name="connsiteY2" fmla="*/ 0 h 6858000"/>
              <a:gd name="connsiteX3" fmla="*/ 1343025 w 6568309"/>
              <a:gd name="connsiteY3" fmla="*/ 0 h 6858000"/>
              <a:gd name="connsiteX4" fmla="*/ 1705866 w 6568309"/>
              <a:gd name="connsiteY4" fmla="*/ 0 h 6858000"/>
              <a:gd name="connsiteX5" fmla="*/ 1866294 w 6568309"/>
              <a:gd name="connsiteY5" fmla="*/ 0 h 6858000"/>
              <a:gd name="connsiteX6" fmla="*/ 5225154 w 6568309"/>
              <a:gd name="connsiteY6" fmla="*/ 0 h 6858000"/>
              <a:gd name="connsiteX7" fmla="*/ 6568179 w 6568309"/>
              <a:gd name="connsiteY7" fmla="*/ 0 h 6858000"/>
              <a:gd name="connsiteX8" fmla="*/ 6568309 w 6568309"/>
              <a:gd name="connsiteY8" fmla="*/ 1 h 6858000"/>
              <a:gd name="connsiteX9" fmla="*/ 6562951 w 6568309"/>
              <a:gd name="connsiteY9" fmla="*/ 30700 h 6858000"/>
              <a:gd name="connsiteX10" fmla="*/ 6547446 w 6568309"/>
              <a:gd name="connsiteY10" fmla="*/ 310025 h 6858000"/>
              <a:gd name="connsiteX11" fmla="*/ 6558316 w 6568309"/>
              <a:gd name="connsiteY11" fmla="*/ 443960 h 6858000"/>
              <a:gd name="connsiteX12" fmla="*/ 6528896 w 6568309"/>
              <a:gd name="connsiteY12" fmla="*/ 642659 h 6858000"/>
              <a:gd name="connsiteX13" fmla="*/ 6523095 w 6568309"/>
              <a:gd name="connsiteY13" fmla="*/ 673307 h 6858000"/>
              <a:gd name="connsiteX14" fmla="*/ 6496169 w 6568309"/>
              <a:gd name="connsiteY14" fmla="*/ 839641 h 6858000"/>
              <a:gd name="connsiteX15" fmla="*/ 6450789 w 6568309"/>
              <a:gd name="connsiteY15" fmla="*/ 958357 h 6858000"/>
              <a:gd name="connsiteX16" fmla="*/ 6453996 w 6568309"/>
              <a:gd name="connsiteY16" fmla="*/ 963398 h 6858000"/>
              <a:gd name="connsiteX17" fmla="*/ 6419467 w 6568309"/>
              <a:gd name="connsiteY17" fmla="*/ 1117169 h 6858000"/>
              <a:gd name="connsiteX18" fmla="*/ 6417348 w 6568309"/>
              <a:gd name="connsiteY18" fmla="*/ 1144352 h 6858000"/>
              <a:gd name="connsiteX19" fmla="*/ 6418473 w 6568309"/>
              <a:gd name="connsiteY19" fmla="*/ 1164484 h 6858000"/>
              <a:gd name="connsiteX20" fmla="*/ 6406979 w 6568309"/>
              <a:gd name="connsiteY20" fmla="*/ 1213829 h 6858000"/>
              <a:gd name="connsiteX21" fmla="*/ 6381928 w 6568309"/>
              <a:gd name="connsiteY21" fmla="*/ 1294823 h 6858000"/>
              <a:gd name="connsiteX22" fmla="*/ 6377948 w 6568309"/>
              <a:gd name="connsiteY22" fmla="*/ 1312193 h 6858000"/>
              <a:gd name="connsiteX23" fmla="*/ 6379894 w 6568309"/>
              <a:gd name="connsiteY23" fmla="*/ 1327626 h 6858000"/>
              <a:gd name="connsiteX24" fmla="*/ 6385024 w 6568309"/>
              <a:gd name="connsiteY24" fmla="*/ 1331644 h 6858000"/>
              <a:gd name="connsiteX25" fmla="*/ 6383696 w 6568309"/>
              <a:gd name="connsiteY25" fmla="*/ 1341276 h 6858000"/>
              <a:gd name="connsiteX26" fmla="*/ 6384464 w 6568309"/>
              <a:gd name="connsiteY26" fmla="*/ 1343945 h 6858000"/>
              <a:gd name="connsiteX27" fmla="*/ 6387748 w 6568309"/>
              <a:gd name="connsiteY27" fmla="*/ 1359134 h 6858000"/>
              <a:gd name="connsiteX28" fmla="*/ 6364157 w 6568309"/>
              <a:gd name="connsiteY28" fmla="*/ 1427803 h 6858000"/>
              <a:gd name="connsiteX29" fmla="*/ 6335874 w 6568309"/>
              <a:gd name="connsiteY29" fmla="*/ 1540278 h 6858000"/>
              <a:gd name="connsiteX30" fmla="*/ 6331892 w 6568309"/>
              <a:gd name="connsiteY30" fmla="*/ 1547262 h 6858000"/>
              <a:gd name="connsiteX31" fmla="*/ 6332744 w 6568309"/>
              <a:gd name="connsiteY31" fmla="*/ 1577056 h 6858000"/>
              <a:gd name="connsiteX32" fmla="*/ 6333604 w 6568309"/>
              <a:gd name="connsiteY32" fmla="*/ 1595898 h 6858000"/>
              <a:gd name="connsiteX33" fmla="*/ 6324749 w 6568309"/>
              <a:gd name="connsiteY33" fmla="*/ 1703726 h 6858000"/>
              <a:gd name="connsiteX34" fmla="*/ 6329594 w 6568309"/>
              <a:gd name="connsiteY34" fmla="*/ 1809535 h 6858000"/>
              <a:gd name="connsiteX35" fmla="*/ 6329062 w 6568309"/>
              <a:gd name="connsiteY35" fmla="*/ 2018310 h 6858000"/>
              <a:gd name="connsiteX36" fmla="*/ 6321735 w 6568309"/>
              <a:gd name="connsiteY36" fmla="*/ 2071355 h 6858000"/>
              <a:gd name="connsiteX37" fmla="*/ 6322678 w 6568309"/>
              <a:gd name="connsiteY37" fmla="*/ 2141166 h 6858000"/>
              <a:gd name="connsiteX38" fmla="*/ 6321340 w 6568309"/>
              <a:gd name="connsiteY38" fmla="*/ 2154548 h 6858000"/>
              <a:gd name="connsiteX39" fmla="*/ 6316582 w 6568309"/>
              <a:gd name="connsiteY39" fmla="*/ 2158153 h 6858000"/>
              <a:gd name="connsiteX40" fmla="*/ 6311428 w 6568309"/>
              <a:gd name="connsiteY40" fmla="*/ 2178174 h 6858000"/>
              <a:gd name="connsiteX41" fmla="*/ 6310192 w 6568309"/>
              <a:gd name="connsiteY41" fmla="*/ 2202858 h 6858000"/>
              <a:gd name="connsiteX42" fmla="*/ 6309211 w 6568309"/>
              <a:gd name="connsiteY42" fmla="*/ 2320214 h 6858000"/>
              <a:gd name="connsiteX43" fmla="*/ 6300151 w 6568309"/>
              <a:gd name="connsiteY43" fmla="*/ 2417011 h 6858000"/>
              <a:gd name="connsiteX44" fmla="*/ 6295176 w 6568309"/>
              <a:gd name="connsiteY44" fmla="*/ 2454207 h 6858000"/>
              <a:gd name="connsiteX45" fmla="*/ 6293727 w 6568309"/>
              <a:gd name="connsiteY45" fmla="*/ 2487203 h 6858000"/>
              <a:gd name="connsiteX46" fmla="*/ 6285477 w 6568309"/>
              <a:gd name="connsiteY46" fmla="*/ 2512282 h 6858000"/>
              <a:gd name="connsiteX47" fmla="*/ 6286205 w 6568309"/>
              <a:gd name="connsiteY47" fmla="*/ 2514318 h 6858000"/>
              <a:gd name="connsiteX48" fmla="*/ 6304629 w 6568309"/>
              <a:gd name="connsiteY48" fmla="*/ 2574334 h 6858000"/>
              <a:gd name="connsiteX49" fmla="*/ 6303842 w 6568309"/>
              <a:gd name="connsiteY49" fmla="*/ 2579877 h 6858000"/>
              <a:gd name="connsiteX50" fmla="*/ 6303953 w 6568309"/>
              <a:gd name="connsiteY50" fmla="*/ 2608928 h 6858000"/>
              <a:gd name="connsiteX51" fmla="*/ 6303530 w 6568309"/>
              <a:gd name="connsiteY51" fmla="*/ 2613111 h 6858000"/>
              <a:gd name="connsiteX52" fmla="*/ 6297474 w 6568309"/>
              <a:gd name="connsiteY52" fmla="*/ 2621996 h 6858000"/>
              <a:gd name="connsiteX53" fmla="*/ 6299263 w 6568309"/>
              <a:gd name="connsiteY53" fmla="*/ 2634265 h 6858000"/>
              <a:gd name="connsiteX54" fmla="*/ 6293065 w 6568309"/>
              <a:gd name="connsiteY54" fmla="*/ 2647237 h 6858000"/>
              <a:gd name="connsiteX55" fmla="*/ 6297496 w 6568309"/>
              <a:gd name="connsiteY55" fmla="*/ 2650786 h 6858000"/>
              <a:gd name="connsiteX56" fmla="*/ 6301708 w 6568309"/>
              <a:gd name="connsiteY56" fmla="*/ 2661993 h 6858000"/>
              <a:gd name="connsiteX57" fmla="*/ 6295884 w 6568309"/>
              <a:gd name="connsiteY57" fmla="*/ 2670949 h 6858000"/>
              <a:gd name="connsiteX58" fmla="*/ 6291714 w 6568309"/>
              <a:gd name="connsiteY58" fmla="*/ 2690255 h 6858000"/>
              <a:gd name="connsiteX59" fmla="*/ 6292327 w 6568309"/>
              <a:gd name="connsiteY59" fmla="*/ 2695683 h 6858000"/>
              <a:gd name="connsiteX60" fmla="*/ 6284410 w 6568309"/>
              <a:gd name="connsiteY60" fmla="*/ 2713964 h 6858000"/>
              <a:gd name="connsiteX61" fmla="*/ 6280410 w 6568309"/>
              <a:gd name="connsiteY61" fmla="*/ 2730175 h 6858000"/>
              <a:gd name="connsiteX62" fmla="*/ 6288082 w 6568309"/>
              <a:gd name="connsiteY62" fmla="*/ 2763497 h 6858000"/>
              <a:gd name="connsiteX63" fmla="*/ 6260924 w 6568309"/>
              <a:gd name="connsiteY63" fmla="*/ 3051539 h 6858000"/>
              <a:gd name="connsiteX64" fmla="*/ 6210151 w 6568309"/>
              <a:gd name="connsiteY64" fmla="*/ 3335396 h 6858000"/>
              <a:gd name="connsiteX65" fmla="*/ 6212034 w 6568309"/>
              <a:gd name="connsiteY65" fmla="*/ 3456509 h 6858000"/>
              <a:gd name="connsiteX66" fmla="*/ 6197490 w 6568309"/>
              <a:gd name="connsiteY66" fmla="*/ 3531827 h 6858000"/>
              <a:gd name="connsiteX67" fmla="*/ 6208018 w 6568309"/>
              <a:gd name="connsiteY67" fmla="*/ 3570877 h 6858000"/>
              <a:gd name="connsiteX68" fmla="*/ 6205920 w 6568309"/>
              <a:gd name="connsiteY68" fmla="*/ 3583849 h 6858000"/>
              <a:gd name="connsiteX69" fmla="*/ 6199616 w 6568309"/>
              <a:gd name="connsiteY69" fmla="*/ 3592763 h 6858000"/>
              <a:gd name="connsiteX70" fmla="*/ 6181288 w 6568309"/>
              <a:gd name="connsiteY70" fmla="*/ 3653485 h 6858000"/>
              <a:gd name="connsiteX71" fmla="*/ 6175963 w 6568309"/>
              <a:gd name="connsiteY71" fmla="*/ 3670528 h 6858000"/>
              <a:gd name="connsiteX72" fmla="*/ 6176722 w 6568309"/>
              <a:gd name="connsiteY72" fmla="*/ 3685990 h 6858000"/>
              <a:gd name="connsiteX73" fmla="*/ 6181549 w 6568309"/>
              <a:gd name="connsiteY73" fmla="*/ 3690283 h 6858000"/>
              <a:gd name="connsiteX74" fmla="*/ 6179476 w 6568309"/>
              <a:gd name="connsiteY74" fmla="*/ 3699787 h 6858000"/>
              <a:gd name="connsiteX75" fmla="*/ 6180040 w 6568309"/>
              <a:gd name="connsiteY75" fmla="*/ 3702486 h 6858000"/>
              <a:gd name="connsiteX76" fmla="*/ 6182155 w 6568309"/>
              <a:gd name="connsiteY76" fmla="*/ 3717784 h 6858000"/>
              <a:gd name="connsiteX77" fmla="*/ 6158980 w 6568309"/>
              <a:gd name="connsiteY77" fmla="*/ 3746229 h 6858000"/>
              <a:gd name="connsiteX78" fmla="*/ 6096049 w 6568309"/>
              <a:gd name="connsiteY78" fmla="*/ 3924910 h 6858000"/>
              <a:gd name="connsiteX79" fmla="*/ 6069712 w 6568309"/>
              <a:gd name="connsiteY79" fmla="*/ 3989353 h 6858000"/>
              <a:gd name="connsiteX80" fmla="*/ 6067330 w 6568309"/>
              <a:gd name="connsiteY80" fmla="*/ 4033899 h 6858000"/>
              <a:gd name="connsiteX81" fmla="*/ 6061081 w 6568309"/>
              <a:gd name="connsiteY81" fmla="*/ 4142250 h 6858000"/>
              <a:gd name="connsiteX82" fmla="*/ 6042858 w 6568309"/>
              <a:gd name="connsiteY82" fmla="*/ 4329442 h 6858000"/>
              <a:gd name="connsiteX83" fmla="*/ 6034182 w 6568309"/>
              <a:gd name="connsiteY83" fmla="*/ 4456184 h 6858000"/>
              <a:gd name="connsiteX84" fmla="*/ 6029178 w 6568309"/>
              <a:gd name="connsiteY84" fmla="*/ 4468478 h 6858000"/>
              <a:gd name="connsiteX85" fmla="*/ 6029974 w 6568309"/>
              <a:gd name="connsiteY85" fmla="*/ 4469862 h 6858000"/>
              <a:gd name="connsiteX86" fmla="*/ 6028340 w 6568309"/>
              <a:gd name="connsiteY86" fmla="*/ 4483797 h 6858000"/>
              <a:gd name="connsiteX87" fmla="*/ 6025168 w 6568309"/>
              <a:gd name="connsiteY87" fmla="*/ 4487091 h 6858000"/>
              <a:gd name="connsiteX88" fmla="*/ 6023164 w 6568309"/>
              <a:gd name="connsiteY88" fmla="*/ 4496728 h 6858000"/>
              <a:gd name="connsiteX89" fmla="*/ 6016839 w 6568309"/>
              <a:gd name="connsiteY89" fmla="*/ 4515918 h 6858000"/>
              <a:gd name="connsiteX90" fmla="*/ 6017886 w 6568309"/>
              <a:gd name="connsiteY90" fmla="*/ 4519316 h 6858000"/>
              <a:gd name="connsiteX91" fmla="*/ 6011819 w 6568309"/>
              <a:gd name="connsiteY91" fmla="*/ 4547957 h 6858000"/>
              <a:gd name="connsiteX92" fmla="*/ 6012791 w 6568309"/>
              <a:gd name="connsiteY92" fmla="*/ 4548262 h 6858000"/>
              <a:gd name="connsiteX93" fmla="*/ 6015703 w 6568309"/>
              <a:gd name="connsiteY93" fmla="*/ 4555939 h 6858000"/>
              <a:gd name="connsiteX94" fmla="*/ 6018854 w 6568309"/>
              <a:gd name="connsiteY94" fmla="*/ 4570815 h 6858000"/>
              <a:gd name="connsiteX95" fmla="*/ 6033000 w 6568309"/>
              <a:gd name="connsiteY95" fmla="*/ 4633846 h 6858000"/>
              <a:gd name="connsiteX96" fmla="*/ 6032325 w 6568309"/>
              <a:gd name="connsiteY96" fmla="*/ 4639816 h 6858000"/>
              <a:gd name="connsiteX97" fmla="*/ 6032549 w 6568309"/>
              <a:gd name="connsiteY97" fmla="*/ 4639923 h 6858000"/>
              <a:gd name="connsiteX98" fmla="*/ 6032309 w 6568309"/>
              <a:gd name="connsiteY98" fmla="*/ 4646192 h 6858000"/>
              <a:gd name="connsiteX99" fmla="*/ 6031095 w 6568309"/>
              <a:gd name="connsiteY99" fmla="*/ 4650706 h 6858000"/>
              <a:gd name="connsiteX100" fmla="*/ 6029786 w 6568309"/>
              <a:gd name="connsiteY100" fmla="*/ 4662290 h 6858000"/>
              <a:gd name="connsiteX101" fmla="*/ 6030911 w 6568309"/>
              <a:gd name="connsiteY101" fmla="*/ 4666180 h 6858000"/>
              <a:gd name="connsiteX102" fmla="*/ 6033630 w 6568309"/>
              <a:gd name="connsiteY102" fmla="*/ 4667585 h 6858000"/>
              <a:gd name="connsiteX103" fmla="*/ 6033189 w 6568309"/>
              <a:gd name="connsiteY103" fmla="*/ 4668660 h 6858000"/>
              <a:gd name="connsiteX104" fmla="*/ 6038764 w 6568309"/>
              <a:gd name="connsiteY104" fmla="*/ 4689807 h 6858000"/>
              <a:gd name="connsiteX105" fmla="*/ 6042217 w 6568309"/>
              <a:gd name="connsiteY105" fmla="*/ 4737890 h 6858000"/>
              <a:gd name="connsiteX106" fmla="*/ 6040543 w 6568309"/>
              <a:gd name="connsiteY106" fmla="*/ 4765657 h 6858000"/>
              <a:gd name="connsiteX107" fmla="*/ 6039956 w 6568309"/>
              <a:gd name="connsiteY107" fmla="*/ 4841463 h 6858000"/>
              <a:gd name="connsiteX108" fmla="*/ 6057123 w 6568309"/>
              <a:gd name="connsiteY108" fmla="*/ 4969863 h 6858000"/>
              <a:gd name="connsiteX109" fmla="*/ 6055039 w 6568309"/>
              <a:gd name="connsiteY109" fmla="*/ 4974028 h 6858000"/>
              <a:gd name="connsiteX110" fmla="*/ 6053462 w 6568309"/>
              <a:gd name="connsiteY110" fmla="*/ 4980318 h 6858000"/>
              <a:gd name="connsiteX111" fmla="*/ 6053643 w 6568309"/>
              <a:gd name="connsiteY111" fmla="*/ 4980501 h 6858000"/>
              <a:gd name="connsiteX112" fmla="*/ 6051733 w 6568309"/>
              <a:gd name="connsiteY112" fmla="*/ 4986338 h 6858000"/>
              <a:gd name="connsiteX113" fmla="*/ 6049602 w 6568309"/>
              <a:gd name="connsiteY113" fmla="*/ 4991296 h 6858000"/>
              <a:gd name="connsiteX114" fmla="*/ 6075165 w 6568309"/>
              <a:gd name="connsiteY114" fmla="*/ 5076895 h 6858000"/>
              <a:gd name="connsiteX115" fmla="*/ 6073751 w 6568309"/>
              <a:gd name="connsiteY115" fmla="*/ 5081568 h 6858000"/>
              <a:gd name="connsiteX116" fmla="*/ 6073150 w 6568309"/>
              <a:gd name="connsiteY116" fmla="*/ 5088173 h 6858000"/>
              <a:gd name="connsiteX117" fmla="*/ 6073355 w 6568309"/>
              <a:gd name="connsiteY117" fmla="*/ 5088300 h 6858000"/>
              <a:gd name="connsiteX118" fmla="*/ 6072362 w 6568309"/>
              <a:gd name="connsiteY118" fmla="*/ 5094558 h 6858000"/>
              <a:gd name="connsiteX119" fmla="*/ 6064726 w 6568309"/>
              <a:gd name="connsiteY119" fmla="*/ 5125620 h 6858000"/>
              <a:gd name="connsiteX120" fmla="*/ 6065415 w 6568309"/>
              <a:gd name="connsiteY120" fmla="*/ 5268004 h 6858000"/>
              <a:gd name="connsiteX121" fmla="*/ 6066081 w 6568309"/>
              <a:gd name="connsiteY121" fmla="*/ 5269530 h 6858000"/>
              <a:gd name="connsiteX122" fmla="*/ 6043407 w 6568309"/>
              <a:gd name="connsiteY122" fmla="*/ 5390941 h 6858000"/>
              <a:gd name="connsiteX123" fmla="*/ 6025377 w 6568309"/>
              <a:gd name="connsiteY123" fmla="*/ 5539927 h 6858000"/>
              <a:gd name="connsiteX124" fmla="*/ 6010052 w 6568309"/>
              <a:gd name="connsiteY124" fmla="*/ 5791594 h 6858000"/>
              <a:gd name="connsiteX125" fmla="*/ 5994220 w 6568309"/>
              <a:gd name="connsiteY125" fmla="*/ 5855206 h 6858000"/>
              <a:gd name="connsiteX126" fmla="*/ 5982580 w 6568309"/>
              <a:gd name="connsiteY126" fmla="*/ 5873582 h 6858000"/>
              <a:gd name="connsiteX127" fmla="*/ 5983608 w 6568309"/>
              <a:gd name="connsiteY127" fmla="*/ 5876037 h 6858000"/>
              <a:gd name="connsiteX128" fmla="*/ 5983535 w 6568309"/>
              <a:gd name="connsiteY128" fmla="*/ 5886534 h 6858000"/>
              <a:gd name="connsiteX129" fmla="*/ 5988737 w 6568309"/>
              <a:gd name="connsiteY129" fmla="*/ 5888644 h 6858000"/>
              <a:gd name="connsiteX130" fmla="*/ 5992371 w 6568309"/>
              <a:gd name="connsiteY130" fmla="*/ 5903832 h 6858000"/>
              <a:gd name="connsiteX131" fmla="*/ 5990780 w 6568309"/>
              <a:gd name="connsiteY131" fmla="*/ 5923391 h 6858000"/>
              <a:gd name="connsiteX132" fmla="*/ 5993870 w 6568309"/>
              <a:gd name="connsiteY132" fmla="*/ 6013205 h 6858000"/>
              <a:gd name="connsiteX133" fmla="*/ 5997673 w 6568309"/>
              <a:gd name="connsiteY133" fmla="*/ 6074018 h 6858000"/>
              <a:gd name="connsiteX134" fmla="*/ 6014840 w 6568309"/>
              <a:gd name="connsiteY134" fmla="*/ 6130837 h 6858000"/>
              <a:gd name="connsiteX135" fmla="*/ 6010704 w 6568309"/>
              <a:gd name="connsiteY135" fmla="*/ 6152982 h 6858000"/>
              <a:gd name="connsiteX136" fmla="*/ 6038294 w 6568309"/>
              <a:gd name="connsiteY136" fmla="*/ 6221100 h 6858000"/>
              <a:gd name="connsiteX137" fmla="*/ 6052331 w 6568309"/>
              <a:gd name="connsiteY137" fmla="*/ 6287550 h 6858000"/>
              <a:gd name="connsiteX138" fmla="*/ 6074143 w 6568309"/>
              <a:gd name="connsiteY138" fmla="*/ 6401595 h 6858000"/>
              <a:gd name="connsiteX139" fmla="*/ 6060199 w 6568309"/>
              <a:gd name="connsiteY139" fmla="*/ 6487110 h 6858000"/>
              <a:gd name="connsiteX140" fmla="*/ 6081156 w 6568309"/>
              <a:gd name="connsiteY140" fmla="*/ 6588589 h 6858000"/>
              <a:gd name="connsiteX141" fmla="*/ 6114944 w 6568309"/>
              <a:gd name="connsiteY141" fmla="*/ 6769963 h 6858000"/>
              <a:gd name="connsiteX142" fmla="*/ 6128950 w 6568309"/>
              <a:gd name="connsiteY142" fmla="*/ 6835814 h 6858000"/>
              <a:gd name="connsiteX143" fmla="*/ 6132536 w 6568309"/>
              <a:gd name="connsiteY143" fmla="*/ 6858000 h 6858000"/>
              <a:gd name="connsiteX144" fmla="*/ 4789511 w 6568309"/>
              <a:gd name="connsiteY144" fmla="*/ 6858000 h 6858000"/>
              <a:gd name="connsiteX145" fmla="*/ 1866294 w 6568309"/>
              <a:gd name="connsiteY145" fmla="*/ 6858000 h 6858000"/>
              <a:gd name="connsiteX146" fmla="*/ 1705866 w 6568309"/>
              <a:gd name="connsiteY146" fmla="*/ 6858000 h 6858000"/>
              <a:gd name="connsiteX147" fmla="*/ 1343025 w 6568309"/>
              <a:gd name="connsiteY147" fmla="*/ 6858000 h 6858000"/>
              <a:gd name="connsiteX148" fmla="*/ 523269 w 6568309"/>
              <a:gd name="connsiteY148" fmla="*/ 6858000 h 6858000"/>
              <a:gd name="connsiteX149" fmla="*/ 362841 w 6568309"/>
              <a:gd name="connsiteY149" fmla="*/ 6858000 h 6858000"/>
              <a:gd name="connsiteX150" fmla="*/ 0 w 6568309"/>
              <a:gd name="connsiteY15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</a:cxnLst>
            <a:rect l="l" t="t" r="r" b="b"/>
            <a:pathLst>
              <a:path w="6568309" h="6858000">
                <a:moveTo>
                  <a:pt x="0" y="0"/>
                </a:moveTo>
                <a:lnTo>
                  <a:pt x="362841" y="0"/>
                </a:lnTo>
                <a:lnTo>
                  <a:pt x="523269" y="0"/>
                </a:lnTo>
                <a:lnTo>
                  <a:pt x="1343025" y="0"/>
                </a:lnTo>
                <a:lnTo>
                  <a:pt x="1705866" y="0"/>
                </a:lnTo>
                <a:lnTo>
                  <a:pt x="1866294" y="0"/>
                </a:lnTo>
                <a:lnTo>
                  <a:pt x="5225154" y="0"/>
                </a:lnTo>
                <a:lnTo>
                  <a:pt x="6568179" y="0"/>
                </a:lnTo>
                <a:lnTo>
                  <a:pt x="6568309" y="1"/>
                </a:lnTo>
                <a:lnTo>
                  <a:pt x="6562951" y="30700"/>
                </a:lnTo>
                <a:cubicBezTo>
                  <a:pt x="6559126" y="84364"/>
                  <a:pt x="6548218" y="241149"/>
                  <a:pt x="6547446" y="310025"/>
                </a:cubicBezTo>
                <a:cubicBezTo>
                  <a:pt x="6550151" y="367544"/>
                  <a:pt x="6557712" y="408251"/>
                  <a:pt x="6558316" y="443960"/>
                </a:cubicBezTo>
                <a:cubicBezTo>
                  <a:pt x="6555224" y="499397"/>
                  <a:pt x="6534767" y="604434"/>
                  <a:pt x="6528896" y="642659"/>
                </a:cubicBezTo>
                <a:cubicBezTo>
                  <a:pt x="6535204" y="657287"/>
                  <a:pt x="6515365" y="658191"/>
                  <a:pt x="6523095" y="673307"/>
                </a:cubicBezTo>
                <a:cubicBezTo>
                  <a:pt x="6523388" y="693769"/>
                  <a:pt x="6506868" y="797295"/>
                  <a:pt x="6496169" y="839641"/>
                </a:cubicBezTo>
                <a:cubicBezTo>
                  <a:pt x="6484119" y="887148"/>
                  <a:pt x="6457817" y="937731"/>
                  <a:pt x="6450789" y="958357"/>
                </a:cubicBezTo>
                <a:cubicBezTo>
                  <a:pt x="6443760" y="978983"/>
                  <a:pt x="6459217" y="936930"/>
                  <a:pt x="6453996" y="963398"/>
                </a:cubicBezTo>
                <a:cubicBezTo>
                  <a:pt x="6448777" y="989867"/>
                  <a:pt x="6425575" y="1087010"/>
                  <a:pt x="6419467" y="1117169"/>
                </a:cubicBezTo>
                <a:cubicBezTo>
                  <a:pt x="6431540" y="1118586"/>
                  <a:pt x="6409651" y="1135372"/>
                  <a:pt x="6417348" y="1144352"/>
                </a:cubicBezTo>
                <a:cubicBezTo>
                  <a:pt x="6424109" y="1150681"/>
                  <a:pt x="6419047" y="1157251"/>
                  <a:pt x="6418473" y="1164484"/>
                </a:cubicBezTo>
                <a:cubicBezTo>
                  <a:pt x="6423767" y="1173524"/>
                  <a:pt x="6413947" y="1205209"/>
                  <a:pt x="6406979" y="1213829"/>
                </a:cubicBezTo>
                <a:cubicBezTo>
                  <a:pt x="6382818" y="1235037"/>
                  <a:pt x="6400452" y="1277327"/>
                  <a:pt x="6381928" y="1294823"/>
                </a:cubicBezTo>
                <a:cubicBezTo>
                  <a:pt x="6379195" y="1300845"/>
                  <a:pt x="6378069" y="1306615"/>
                  <a:pt x="6377948" y="1312193"/>
                </a:cubicBezTo>
                <a:lnTo>
                  <a:pt x="6379894" y="1327626"/>
                </a:lnTo>
                <a:lnTo>
                  <a:pt x="6385024" y="1331644"/>
                </a:lnTo>
                <a:lnTo>
                  <a:pt x="6383696" y="1341276"/>
                </a:lnTo>
                <a:cubicBezTo>
                  <a:pt x="6383952" y="1342166"/>
                  <a:pt x="6384208" y="1343055"/>
                  <a:pt x="6384464" y="1343945"/>
                </a:cubicBezTo>
                <a:cubicBezTo>
                  <a:pt x="6385957" y="1349040"/>
                  <a:pt x="6387253" y="1354080"/>
                  <a:pt x="6387748" y="1359134"/>
                </a:cubicBezTo>
                <a:cubicBezTo>
                  <a:pt x="6384363" y="1373109"/>
                  <a:pt x="6372802" y="1397612"/>
                  <a:pt x="6364157" y="1427803"/>
                </a:cubicBezTo>
                <a:cubicBezTo>
                  <a:pt x="6348141" y="1460349"/>
                  <a:pt x="6348362" y="1505076"/>
                  <a:pt x="6335874" y="1540278"/>
                </a:cubicBezTo>
                <a:lnTo>
                  <a:pt x="6331892" y="1547262"/>
                </a:lnTo>
                <a:lnTo>
                  <a:pt x="6332744" y="1577056"/>
                </a:lnTo>
                <a:cubicBezTo>
                  <a:pt x="6335859" y="1582205"/>
                  <a:pt x="6336674" y="1589568"/>
                  <a:pt x="6333604" y="1595898"/>
                </a:cubicBezTo>
                <a:lnTo>
                  <a:pt x="6324749" y="1703726"/>
                </a:lnTo>
                <a:cubicBezTo>
                  <a:pt x="6324080" y="1739332"/>
                  <a:pt x="6318019" y="1754453"/>
                  <a:pt x="6329594" y="1809535"/>
                </a:cubicBezTo>
                <a:cubicBezTo>
                  <a:pt x="6344930" y="1868036"/>
                  <a:pt x="6323725" y="1952670"/>
                  <a:pt x="6329062" y="2018310"/>
                </a:cubicBezTo>
                <a:cubicBezTo>
                  <a:pt x="6308075" y="2053162"/>
                  <a:pt x="6326925" y="2034561"/>
                  <a:pt x="6321735" y="2071355"/>
                </a:cubicBezTo>
                <a:lnTo>
                  <a:pt x="6322678" y="2141166"/>
                </a:lnTo>
                <a:lnTo>
                  <a:pt x="6321340" y="2154548"/>
                </a:lnTo>
                <a:lnTo>
                  <a:pt x="6316582" y="2158153"/>
                </a:lnTo>
                <a:lnTo>
                  <a:pt x="6311428" y="2178174"/>
                </a:lnTo>
                <a:cubicBezTo>
                  <a:pt x="6310177" y="2185696"/>
                  <a:pt x="6309622" y="2193828"/>
                  <a:pt x="6310192" y="2202858"/>
                </a:cubicBezTo>
                <a:cubicBezTo>
                  <a:pt x="6319667" y="2232772"/>
                  <a:pt x="6296459" y="2283357"/>
                  <a:pt x="6309211" y="2320214"/>
                </a:cubicBezTo>
                <a:cubicBezTo>
                  <a:pt x="6307537" y="2355906"/>
                  <a:pt x="6302490" y="2394678"/>
                  <a:pt x="6300151" y="2417011"/>
                </a:cubicBezTo>
                <a:cubicBezTo>
                  <a:pt x="6292303" y="2426377"/>
                  <a:pt x="6304439" y="2456509"/>
                  <a:pt x="6295176" y="2454207"/>
                </a:cubicBezTo>
                <a:cubicBezTo>
                  <a:pt x="6299335" y="2464947"/>
                  <a:pt x="6297305" y="2476105"/>
                  <a:pt x="6293727" y="2487203"/>
                </a:cubicBezTo>
                <a:lnTo>
                  <a:pt x="6285477" y="2512282"/>
                </a:lnTo>
                <a:cubicBezTo>
                  <a:pt x="6285720" y="2512961"/>
                  <a:pt x="6285962" y="2513640"/>
                  <a:pt x="6286205" y="2514318"/>
                </a:cubicBezTo>
                <a:cubicBezTo>
                  <a:pt x="6292347" y="2534324"/>
                  <a:pt x="6298487" y="2554328"/>
                  <a:pt x="6304629" y="2574334"/>
                </a:cubicBezTo>
                <a:lnTo>
                  <a:pt x="6303842" y="2579877"/>
                </a:lnTo>
                <a:cubicBezTo>
                  <a:pt x="6303729" y="2585644"/>
                  <a:pt x="6304006" y="2603388"/>
                  <a:pt x="6303953" y="2608928"/>
                </a:cubicBezTo>
                <a:lnTo>
                  <a:pt x="6303530" y="2613111"/>
                </a:lnTo>
                <a:lnTo>
                  <a:pt x="6297474" y="2621996"/>
                </a:lnTo>
                <a:lnTo>
                  <a:pt x="6299263" y="2634265"/>
                </a:lnTo>
                <a:lnTo>
                  <a:pt x="6293065" y="2647237"/>
                </a:lnTo>
                <a:cubicBezTo>
                  <a:pt x="6294685" y="2648158"/>
                  <a:pt x="6296180" y="2649356"/>
                  <a:pt x="6297496" y="2650786"/>
                </a:cubicBezTo>
                <a:lnTo>
                  <a:pt x="6301708" y="2661993"/>
                </a:lnTo>
                <a:lnTo>
                  <a:pt x="6295884" y="2670949"/>
                </a:lnTo>
                <a:cubicBezTo>
                  <a:pt x="6304913" y="2672007"/>
                  <a:pt x="6294429" y="2681695"/>
                  <a:pt x="6291714" y="2690255"/>
                </a:cubicBezTo>
                <a:lnTo>
                  <a:pt x="6292327" y="2695683"/>
                </a:lnTo>
                <a:lnTo>
                  <a:pt x="6284410" y="2713964"/>
                </a:lnTo>
                <a:lnTo>
                  <a:pt x="6280410" y="2730175"/>
                </a:lnTo>
                <a:lnTo>
                  <a:pt x="6288082" y="2763497"/>
                </a:lnTo>
                <a:lnTo>
                  <a:pt x="6260924" y="3051539"/>
                </a:lnTo>
                <a:cubicBezTo>
                  <a:pt x="6251455" y="3165645"/>
                  <a:pt x="6222174" y="3216611"/>
                  <a:pt x="6210151" y="3335396"/>
                </a:cubicBezTo>
                <a:lnTo>
                  <a:pt x="6212034" y="3456509"/>
                </a:lnTo>
                <a:lnTo>
                  <a:pt x="6197490" y="3531827"/>
                </a:lnTo>
                <a:lnTo>
                  <a:pt x="6208018" y="3570877"/>
                </a:lnTo>
                <a:lnTo>
                  <a:pt x="6205920" y="3583849"/>
                </a:lnTo>
                <a:lnTo>
                  <a:pt x="6199616" y="3592763"/>
                </a:lnTo>
                <a:cubicBezTo>
                  <a:pt x="6191839" y="3613948"/>
                  <a:pt x="6196204" y="3641245"/>
                  <a:pt x="6181288" y="3653485"/>
                </a:cubicBezTo>
                <a:cubicBezTo>
                  <a:pt x="6178087" y="3659316"/>
                  <a:pt x="6176516" y="3664985"/>
                  <a:pt x="6175963" y="3670528"/>
                </a:cubicBezTo>
                <a:lnTo>
                  <a:pt x="6176722" y="3685990"/>
                </a:lnTo>
                <a:lnTo>
                  <a:pt x="6181549" y="3690283"/>
                </a:lnTo>
                <a:lnTo>
                  <a:pt x="6179476" y="3699787"/>
                </a:lnTo>
                <a:cubicBezTo>
                  <a:pt x="6179664" y="3700686"/>
                  <a:pt x="6179852" y="3701586"/>
                  <a:pt x="6180040" y="3702486"/>
                </a:cubicBezTo>
                <a:cubicBezTo>
                  <a:pt x="6181140" y="3707637"/>
                  <a:pt x="6182047" y="3712728"/>
                  <a:pt x="6182155" y="3717784"/>
                </a:cubicBezTo>
                <a:cubicBezTo>
                  <a:pt x="6156678" y="3711701"/>
                  <a:pt x="6178864" y="3759789"/>
                  <a:pt x="6158980" y="3746229"/>
                </a:cubicBezTo>
                <a:cubicBezTo>
                  <a:pt x="6144630" y="3780750"/>
                  <a:pt x="6117520" y="3867558"/>
                  <a:pt x="6096049" y="3924910"/>
                </a:cubicBezTo>
                <a:lnTo>
                  <a:pt x="6069712" y="3989353"/>
                </a:lnTo>
                <a:lnTo>
                  <a:pt x="6067330" y="4033899"/>
                </a:lnTo>
                <a:cubicBezTo>
                  <a:pt x="6065506" y="4070470"/>
                  <a:pt x="6063599" y="4110146"/>
                  <a:pt x="6061081" y="4142250"/>
                </a:cubicBezTo>
                <a:cubicBezTo>
                  <a:pt x="6055260" y="4200007"/>
                  <a:pt x="6045907" y="4278998"/>
                  <a:pt x="6042858" y="4329442"/>
                </a:cubicBezTo>
                <a:cubicBezTo>
                  <a:pt x="6038376" y="4381764"/>
                  <a:pt x="6036461" y="4433012"/>
                  <a:pt x="6034182" y="4456184"/>
                </a:cubicBezTo>
                <a:lnTo>
                  <a:pt x="6029178" y="4468478"/>
                </a:lnTo>
                <a:lnTo>
                  <a:pt x="6029974" y="4469862"/>
                </a:lnTo>
                <a:cubicBezTo>
                  <a:pt x="6031287" y="4476321"/>
                  <a:pt x="6030316" y="4480555"/>
                  <a:pt x="6028340" y="4483797"/>
                </a:cubicBezTo>
                <a:lnTo>
                  <a:pt x="6025168" y="4487091"/>
                </a:lnTo>
                <a:lnTo>
                  <a:pt x="6023164" y="4496728"/>
                </a:lnTo>
                <a:lnTo>
                  <a:pt x="6016839" y="4515918"/>
                </a:lnTo>
                <a:cubicBezTo>
                  <a:pt x="6017189" y="4517049"/>
                  <a:pt x="6017537" y="4518182"/>
                  <a:pt x="6017886" y="4519316"/>
                </a:cubicBezTo>
                <a:lnTo>
                  <a:pt x="6011819" y="4547957"/>
                </a:lnTo>
                <a:lnTo>
                  <a:pt x="6012791" y="4548262"/>
                </a:lnTo>
                <a:cubicBezTo>
                  <a:pt x="6014837" y="4549595"/>
                  <a:pt x="6016087" y="4551811"/>
                  <a:pt x="6015703" y="4555939"/>
                </a:cubicBezTo>
                <a:cubicBezTo>
                  <a:pt x="6031790" y="4548276"/>
                  <a:pt x="6021405" y="4557977"/>
                  <a:pt x="6018854" y="4570815"/>
                </a:cubicBezTo>
                <a:cubicBezTo>
                  <a:pt x="6021736" y="4583801"/>
                  <a:pt x="6030754" y="4622347"/>
                  <a:pt x="6033000" y="4633846"/>
                </a:cubicBezTo>
                <a:lnTo>
                  <a:pt x="6032325" y="4639816"/>
                </a:lnTo>
                <a:lnTo>
                  <a:pt x="6032549" y="4639923"/>
                </a:lnTo>
                <a:cubicBezTo>
                  <a:pt x="6032911" y="4641190"/>
                  <a:pt x="6032878" y="4643141"/>
                  <a:pt x="6032309" y="4646192"/>
                </a:cubicBezTo>
                <a:lnTo>
                  <a:pt x="6031095" y="4650706"/>
                </a:lnTo>
                <a:lnTo>
                  <a:pt x="6029786" y="4662290"/>
                </a:lnTo>
                <a:cubicBezTo>
                  <a:pt x="6030161" y="4663587"/>
                  <a:pt x="6030536" y="4664883"/>
                  <a:pt x="6030911" y="4666180"/>
                </a:cubicBezTo>
                <a:lnTo>
                  <a:pt x="6033630" y="4667585"/>
                </a:lnTo>
                <a:lnTo>
                  <a:pt x="6033189" y="4668660"/>
                </a:lnTo>
                <a:cubicBezTo>
                  <a:pt x="6027286" y="4676831"/>
                  <a:pt x="6019767" y="4679345"/>
                  <a:pt x="6038764" y="4689807"/>
                </a:cubicBezTo>
                <a:cubicBezTo>
                  <a:pt x="6028616" y="4708535"/>
                  <a:pt x="6040474" y="4712235"/>
                  <a:pt x="6042217" y="4737890"/>
                </a:cubicBezTo>
                <a:cubicBezTo>
                  <a:pt x="6033362" y="4748600"/>
                  <a:pt x="6035273" y="4757223"/>
                  <a:pt x="6040543" y="4765657"/>
                </a:cubicBezTo>
                <a:cubicBezTo>
                  <a:pt x="6034416" y="4790618"/>
                  <a:pt x="6040696" y="4813399"/>
                  <a:pt x="6039956" y="4841463"/>
                </a:cubicBezTo>
                <a:lnTo>
                  <a:pt x="6057123" y="4969863"/>
                </a:lnTo>
                <a:lnTo>
                  <a:pt x="6055039" y="4974028"/>
                </a:lnTo>
                <a:cubicBezTo>
                  <a:pt x="6053860" y="4976933"/>
                  <a:pt x="6053409" y="4978909"/>
                  <a:pt x="6053462" y="4980318"/>
                </a:cubicBezTo>
                <a:lnTo>
                  <a:pt x="6053643" y="4980501"/>
                </a:lnTo>
                <a:lnTo>
                  <a:pt x="6051733" y="4986338"/>
                </a:lnTo>
                <a:lnTo>
                  <a:pt x="6049602" y="4991296"/>
                </a:lnTo>
                <a:cubicBezTo>
                  <a:pt x="6058123" y="5019829"/>
                  <a:pt x="6066643" y="5048361"/>
                  <a:pt x="6075165" y="5076895"/>
                </a:cubicBezTo>
                <a:lnTo>
                  <a:pt x="6073751" y="5081568"/>
                </a:lnTo>
                <a:cubicBezTo>
                  <a:pt x="6073034" y="5084748"/>
                  <a:pt x="6072888" y="5086810"/>
                  <a:pt x="6073150" y="5088173"/>
                </a:cubicBezTo>
                <a:lnTo>
                  <a:pt x="6073355" y="5088300"/>
                </a:lnTo>
                <a:lnTo>
                  <a:pt x="6072362" y="5094558"/>
                </a:lnTo>
                <a:cubicBezTo>
                  <a:pt x="6070184" y="5105196"/>
                  <a:pt x="6067588" y="5115626"/>
                  <a:pt x="6064726" y="5125620"/>
                </a:cubicBezTo>
                <a:cubicBezTo>
                  <a:pt x="6063568" y="5154527"/>
                  <a:pt x="6065189" y="5244020"/>
                  <a:pt x="6065415" y="5268004"/>
                </a:cubicBezTo>
                <a:cubicBezTo>
                  <a:pt x="6065637" y="5268513"/>
                  <a:pt x="6065860" y="5269021"/>
                  <a:pt x="6066081" y="5269530"/>
                </a:cubicBezTo>
                <a:lnTo>
                  <a:pt x="6043407" y="5390941"/>
                </a:lnTo>
                <a:cubicBezTo>
                  <a:pt x="6032545" y="5438194"/>
                  <a:pt x="6020942" y="5465286"/>
                  <a:pt x="6025377" y="5539927"/>
                </a:cubicBezTo>
                <a:cubicBezTo>
                  <a:pt x="6019787" y="5610775"/>
                  <a:pt x="6013913" y="5740573"/>
                  <a:pt x="6010052" y="5791594"/>
                </a:cubicBezTo>
                <a:cubicBezTo>
                  <a:pt x="5989401" y="5787060"/>
                  <a:pt x="6018524" y="5849672"/>
                  <a:pt x="5994220" y="5855206"/>
                </a:cubicBezTo>
                <a:cubicBezTo>
                  <a:pt x="5995282" y="5860240"/>
                  <a:pt x="5980598" y="5868910"/>
                  <a:pt x="5982580" y="5873582"/>
                </a:cubicBezTo>
                <a:cubicBezTo>
                  <a:pt x="5982922" y="5874401"/>
                  <a:pt x="5983265" y="5875218"/>
                  <a:pt x="5983608" y="5876037"/>
                </a:cubicBezTo>
                <a:lnTo>
                  <a:pt x="5983535" y="5886534"/>
                </a:lnTo>
                <a:lnTo>
                  <a:pt x="5988737" y="5888644"/>
                </a:lnTo>
                <a:cubicBezTo>
                  <a:pt x="5989948" y="5893707"/>
                  <a:pt x="5991159" y="5898769"/>
                  <a:pt x="5992371" y="5903832"/>
                </a:cubicBezTo>
                <a:cubicBezTo>
                  <a:pt x="5992924" y="5909651"/>
                  <a:pt x="5992578" y="5916068"/>
                  <a:pt x="5990780" y="5923391"/>
                </a:cubicBezTo>
                <a:cubicBezTo>
                  <a:pt x="5975822" y="5948880"/>
                  <a:pt x="6013580" y="5981626"/>
                  <a:pt x="5993870" y="6013205"/>
                </a:cubicBezTo>
                <a:cubicBezTo>
                  <a:pt x="5988486" y="6024901"/>
                  <a:pt x="5991718" y="6066777"/>
                  <a:pt x="5997673" y="6074018"/>
                </a:cubicBezTo>
                <a:cubicBezTo>
                  <a:pt x="5998007" y="6081731"/>
                  <a:pt x="6007861" y="6126985"/>
                  <a:pt x="6014840" y="6130837"/>
                </a:cubicBezTo>
                <a:cubicBezTo>
                  <a:pt x="6022998" y="6137057"/>
                  <a:pt x="5999420" y="6156330"/>
                  <a:pt x="6010704" y="6152982"/>
                </a:cubicBezTo>
                <a:cubicBezTo>
                  <a:pt x="6008682" y="6186619"/>
                  <a:pt x="6039938" y="6191636"/>
                  <a:pt x="6038294" y="6221100"/>
                </a:cubicBezTo>
                <a:cubicBezTo>
                  <a:pt x="6039643" y="6222126"/>
                  <a:pt x="6046356" y="6257468"/>
                  <a:pt x="6052331" y="6287550"/>
                </a:cubicBezTo>
                <a:cubicBezTo>
                  <a:pt x="6058307" y="6317632"/>
                  <a:pt x="6082079" y="6391312"/>
                  <a:pt x="6074143" y="6401595"/>
                </a:cubicBezTo>
                <a:cubicBezTo>
                  <a:pt x="6074931" y="6423902"/>
                  <a:pt x="6059614" y="6432919"/>
                  <a:pt x="6060199" y="6487110"/>
                </a:cubicBezTo>
                <a:cubicBezTo>
                  <a:pt x="6075583" y="6574474"/>
                  <a:pt x="6076150" y="6553611"/>
                  <a:pt x="6081156" y="6588589"/>
                </a:cubicBezTo>
                <a:cubicBezTo>
                  <a:pt x="6102088" y="6637976"/>
                  <a:pt x="6067660" y="6687723"/>
                  <a:pt x="6114944" y="6769963"/>
                </a:cubicBezTo>
                <a:cubicBezTo>
                  <a:pt x="6130462" y="6819284"/>
                  <a:pt x="6119243" y="6817955"/>
                  <a:pt x="6128950" y="6835814"/>
                </a:cubicBezTo>
                <a:lnTo>
                  <a:pt x="6132536" y="6858000"/>
                </a:lnTo>
                <a:lnTo>
                  <a:pt x="4789511" y="6858000"/>
                </a:lnTo>
                <a:lnTo>
                  <a:pt x="1866294" y="6858000"/>
                </a:lnTo>
                <a:lnTo>
                  <a:pt x="1705866" y="6858000"/>
                </a:lnTo>
                <a:lnTo>
                  <a:pt x="1343025" y="6858000"/>
                </a:lnTo>
                <a:lnTo>
                  <a:pt x="523269" y="6858000"/>
                </a:lnTo>
                <a:lnTo>
                  <a:pt x="362841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336C22F-E502-B90C-1E8C-7EF3868E5AD3}"/>
              </a:ext>
            </a:extLst>
          </p:cNvPr>
          <p:cNvSpPr txBox="1"/>
          <p:nvPr/>
        </p:nvSpPr>
        <p:spPr>
          <a:xfrm>
            <a:off x="1065597" y="789164"/>
            <a:ext cx="4771410" cy="3896679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Ctr="0" forceAA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400" b="1" i="0">
                <a:latin typeface="Calibri"/>
                <a:ea typeface="Calibri"/>
                <a:cs typeface="Calibri"/>
              </a:rPr>
              <a:t>Алгоритм работы приложения:</a:t>
            </a:r>
            <a:endParaRPr lang="ru-RU">
              <a:latin typeface="Calibri"/>
              <a:ea typeface="Calibri"/>
              <a:cs typeface="Calibri"/>
            </a:endParaRPr>
          </a:p>
          <a:p>
            <a:pPr marL="2286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0" i="0">
                <a:latin typeface="Calibri"/>
                <a:ea typeface="Calibri"/>
                <a:cs typeface="Calibri"/>
              </a:rPr>
              <a:t>Пользователь вводит сумму (1000).</a:t>
            </a:r>
            <a:endParaRPr lang="en-US" b="0" i="0" dirty="0">
              <a:latin typeface="Calibri"/>
              <a:ea typeface="Calibri"/>
              <a:cs typeface="Calibri"/>
            </a:endParaRPr>
          </a:p>
          <a:p>
            <a:pPr marL="2286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0" i="0">
                <a:latin typeface="Calibri"/>
                <a:ea typeface="Calibri"/>
                <a:cs typeface="Calibri"/>
              </a:rPr>
              <a:t>Выбирает исходную (USD) и целевую (RUB) валюты.</a:t>
            </a:r>
            <a:endParaRPr lang="en-US" b="0" i="0" dirty="0">
              <a:latin typeface="Calibri"/>
              <a:ea typeface="Calibri"/>
              <a:cs typeface="Calibri"/>
            </a:endParaRPr>
          </a:p>
          <a:p>
            <a:pPr marL="2286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0" i="0">
                <a:latin typeface="Calibri"/>
                <a:ea typeface="Calibri"/>
                <a:cs typeface="Calibri"/>
              </a:rPr>
              <a:t>Нажимает кнопку «Конвертировать».</a:t>
            </a:r>
            <a:endParaRPr lang="en-US" b="0" i="0" dirty="0">
              <a:latin typeface="Calibri"/>
              <a:ea typeface="Calibri"/>
              <a:cs typeface="Calibri"/>
            </a:endParaRPr>
          </a:p>
          <a:p>
            <a:pPr marL="2286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0" i="0">
                <a:latin typeface="Calibri"/>
                <a:ea typeface="Calibri"/>
                <a:cs typeface="Calibri"/>
              </a:rPr>
              <a:t>Система отображает результат (90 500 RUB).</a:t>
            </a:r>
            <a:endParaRPr lang="en-US" b="0" i="0" dirty="0">
              <a:latin typeface="Calibri"/>
              <a:ea typeface="Calibri"/>
              <a:cs typeface="Calibri"/>
            </a:endParaRPr>
          </a:p>
          <a:p>
            <a:pPr marL="2286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0" i="0">
                <a:latin typeface="Calibri"/>
                <a:ea typeface="Calibri"/>
                <a:cs typeface="Calibri"/>
              </a:rPr>
              <a:t>Операция автоматически </a:t>
            </a:r>
            <a:r>
              <a:rPr lang="en-US" b="1">
                <a:latin typeface="Calibri"/>
                <a:ea typeface="Calibri"/>
                <a:cs typeface="Calibri"/>
              </a:rPr>
              <a:t>сохраняется</a:t>
            </a:r>
            <a:r>
              <a:rPr lang="en-US" b="0" i="0" dirty="0">
                <a:latin typeface="Calibri"/>
                <a:ea typeface="Calibri"/>
                <a:cs typeface="Calibri"/>
              </a:rPr>
              <a:t> </a:t>
            </a:r>
            <a:r>
              <a:rPr lang="en-US" b="0" i="0">
                <a:latin typeface="Calibri"/>
                <a:ea typeface="Calibri"/>
                <a:cs typeface="Calibri"/>
              </a:rPr>
              <a:t>в </a:t>
            </a:r>
            <a:r>
              <a:rPr lang="en-US" b="1" i="0">
                <a:latin typeface="Calibri"/>
                <a:ea typeface="Calibri"/>
                <a:cs typeface="Calibri"/>
              </a:rPr>
              <a:t>историю</a:t>
            </a:r>
            <a:r>
              <a:rPr lang="en-US" b="0" i="0">
                <a:latin typeface="Calibri"/>
                <a:ea typeface="Calibri"/>
                <a:cs typeface="Calibri"/>
              </a:rPr>
              <a:t>.</a:t>
            </a:r>
            <a:endParaRPr lang="en-US" b="0" i="0" dirty="0">
              <a:latin typeface="Calibri"/>
              <a:ea typeface="Calibri"/>
              <a:cs typeface="Calibri"/>
            </a:endParaRPr>
          </a:p>
          <a:p>
            <a:pPr marL="2286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0" i="0">
                <a:latin typeface="Calibri"/>
                <a:ea typeface="Calibri"/>
                <a:cs typeface="Calibri"/>
              </a:rPr>
              <a:t>При нажатии «Очистить историю» данные удаляются.</a:t>
            </a:r>
            <a:endParaRPr lang="en-US" b="0" i="0" dirty="0">
              <a:latin typeface="Calibri"/>
              <a:ea typeface="Calibri"/>
              <a:cs typeface="Calibri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>
              <a:latin typeface="Calibri"/>
              <a:ea typeface="Calibri"/>
              <a:cs typeface="Calibri"/>
            </a:endParaRPr>
          </a:p>
        </p:txBody>
      </p:sp>
      <p:pic>
        <p:nvPicPr>
          <p:cNvPr id="5" name="Рисунок 4" descr="Изображение выглядит как текст, снимок экрана, Шрифт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A289908-2262-A325-7910-332B357DCC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0610" y="785962"/>
            <a:ext cx="4737650" cy="530829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7DA2F9-4AAA-3935-29CB-BF00CFF66BCE}"/>
              </a:ext>
            </a:extLst>
          </p:cNvPr>
          <p:cNvSpPr txBox="1"/>
          <p:nvPr/>
        </p:nvSpPr>
        <p:spPr>
          <a:xfrm>
            <a:off x="142875" y="5357813"/>
            <a:ext cx="5810249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Calibri"/>
                <a:ea typeface="Calibri"/>
                <a:cs typeface="Calibri"/>
              </a:rPr>
              <a:t>🖥️ Работоспособность проверена в браузерах: Chrome, Firefox, Safari, 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Яндекс</a:t>
            </a:r>
            <a:r>
              <a:rPr lang="en-US" dirty="0">
                <a:latin typeface="Calibri"/>
                <a:ea typeface="Calibri"/>
                <a:cs typeface="Calibri"/>
              </a:rPr>
              <a:t> браузер</a:t>
            </a:r>
            <a:r>
              <a:rPr lang="en-US">
                <a:latin typeface="Calibri"/>
                <a:ea typeface="Calibri"/>
                <a:cs typeface="Calibri"/>
              </a:rPr>
              <a:t>, Microsoft Edge</a:t>
            </a:r>
            <a:endParaRPr lang="en-US" dirty="0">
              <a:latin typeface="Calibri"/>
              <a:ea typeface="Calibri"/>
              <a:cs typeface="Calibri"/>
            </a:endParaRPr>
          </a:p>
          <a:p>
            <a:r>
              <a:rPr lang="en-US">
                <a:latin typeface="Calibri"/>
                <a:ea typeface="Calibri"/>
                <a:cs typeface="Calibri"/>
              </a:rPr>
              <a:t>📱 Адаптивная версия корректно отображается на мобильных устройствах.</a:t>
            </a:r>
          </a:p>
          <a:p>
            <a:pPr algn="ctr"/>
            <a:endParaRPr lang="ru-RU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067181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9">
            <a:extLst>
              <a:ext uri="{FF2B5EF4-FFF2-40B4-BE49-F238E27FC236}">
                <a16:creationId xmlns:a16="http://schemas.microsoft.com/office/drawing/2014/main" id="{F821940F-7A1D-4ACC-85B4-A932898ABB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: Shape 11">
            <a:extLst>
              <a:ext uri="{FF2B5EF4-FFF2-40B4-BE49-F238E27FC236}">
                <a16:creationId xmlns:a16="http://schemas.microsoft.com/office/drawing/2014/main" id="{16674508-81D3-48CF-96BF-7FC60EAA57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741994" cy="6858000"/>
          </a:xfrm>
          <a:custGeom>
            <a:avLst/>
            <a:gdLst>
              <a:gd name="connsiteX0" fmla="*/ 0 w 6568309"/>
              <a:gd name="connsiteY0" fmla="*/ 0 h 6858000"/>
              <a:gd name="connsiteX1" fmla="*/ 362841 w 6568309"/>
              <a:gd name="connsiteY1" fmla="*/ 0 h 6858000"/>
              <a:gd name="connsiteX2" fmla="*/ 523269 w 6568309"/>
              <a:gd name="connsiteY2" fmla="*/ 0 h 6858000"/>
              <a:gd name="connsiteX3" fmla="*/ 1343025 w 6568309"/>
              <a:gd name="connsiteY3" fmla="*/ 0 h 6858000"/>
              <a:gd name="connsiteX4" fmla="*/ 1705866 w 6568309"/>
              <a:gd name="connsiteY4" fmla="*/ 0 h 6858000"/>
              <a:gd name="connsiteX5" fmla="*/ 1866294 w 6568309"/>
              <a:gd name="connsiteY5" fmla="*/ 0 h 6858000"/>
              <a:gd name="connsiteX6" fmla="*/ 5225154 w 6568309"/>
              <a:gd name="connsiteY6" fmla="*/ 0 h 6858000"/>
              <a:gd name="connsiteX7" fmla="*/ 6568179 w 6568309"/>
              <a:gd name="connsiteY7" fmla="*/ 0 h 6858000"/>
              <a:gd name="connsiteX8" fmla="*/ 6568309 w 6568309"/>
              <a:gd name="connsiteY8" fmla="*/ 1 h 6858000"/>
              <a:gd name="connsiteX9" fmla="*/ 6562951 w 6568309"/>
              <a:gd name="connsiteY9" fmla="*/ 30700 h 6858000"/>
              <a:gd name="connsiteX10" fmla="*/ 6547446 w 6568309"/>
              <a:gd name="connsiteY10" fmla="*/ 310025 h 6858000"/>
              <a:gd name="connsiteX11" fmla="*/ 6558316 w 6568309"/>
              <a:gd name="connsiteY11" fmla="*/ 443960 h 6858000"/>
              <a:gd name="connsiteX12" fmla="*/ 6528896 w 6568309"/>
              <a:gd name="connsiteY12" fmla="*/ 642659 h 6858000"/>
              <a:gd name="connsiteX13" fmla="*/ 6523095 w 6568309"/>
              <a:gd name="connsiteY13" fmla="*/ 673307 h 6858000"/>
              <a:gd name="connsiteX14" fmla="*/ 6496169 w 6568309"/>
              <a:gd name="connsiteY14" fmla="*/ 839641 h 6858000"/>
              <a:gd name="connsiteX15" fmla="*/ 6450789 w 6568309"/>
              <a:gd name="connsiteY15" fmla="*/ 958357 h 6858000"/>
              <a:gd name="connsiteX16" fmla="*/ 6453996 w 6568309"/>
              <a:gd name="connsiteY16" fmla="*/ 963398 h 6858000"/>
              <a:gd name="connsiteX17" fmla="*/ 6419467 w 6568309"/>
              <a:gd name="connsiteY17" fmla="*/ 1117169 h 6858000"/>
              <a:gd name="connsiteX18" fmla="*/ 6417348 w 6568309"/>
              <a:gd name="connsiteY18" fmla="*/ 1144352 h 6858000"/>
              <a:gd name="connsiteX19" fmla="*/ 6418473 w 6568309"/>
              <a:gd name="connsiteY19" fmla="*/ 1164484 h 6858000"/>
              <a:gd name="connsiteX20" fmla="*/ 6406979 w 6568309"/>
              <a:gd name="connsiteY20" fmla="*/ 1213829 h 6858000"/>
              <a:gd name="connsiteX21" fmla="*/ 6381928 w 6568309"/>
              <a:gd name="connsiteY21" fmla="*/ 1294823 h 6858000"/>
              <a:gd name="connsiteX22" fmla="*/ 6377948 w 6568309"/>
              <a:gd name="connsiteY22" fmla="*/ 1312193 h 6858000"/>
              <a:gd name="connsiteX23" fmla="*/ 6379894 w 6568309"/>
              <a:gd name="connsiteY23" fmla="*/ 1327626 h 6858000"/>
              <a:gd name="connsiteX24" fmla="*/ 6385024 w 6568309"/>
              <a:gd name="connsiteY24" fmla="*/ 1331644 h 6858000"/>
              <a:gd name="connsiteX25" fmla="*/ 6383696 w 6568309"/>
              <a:gd name="connsiteY25" fmla="*/ 1341276 h 6858000"/>
              <a:gd name="connsiteX26" fmla="*/ 6384464 w 6568309"/>
              <a:gd name="connsiteY26" fmla="*/ 1343945 h 6858000"/>
              <a:gd name="connsiteX27" fmla="*/ 6387748 w 6568309"/>
              <a:gd name="connsiteY27" fmla="*/ 1359134 h 6858000"/>
              <a:gd name="connsiteX28" fmla="*/ 6364157 w 6568309"/>
              <a:gd name="connsiteY28" fmla="*/ 1427803 h 6858000"/>
              <a:gd name="connsiteX29" fmla="*/ 6335874 w 6568309"/>
              <a:gd name="connsiteY29" fmla="*/ 1540278 h 6858000"/>
              <a:gd name="connsiteX30" fmla="*/ 6331892 w 6568309"/>
              <a:gd name="connsiteY30" fmla="*/ 1547262 h 6858000"/>
              <a:gd name="connsiteX31" fmla="*/ 6332744 w 6568309"/>
              <a:gd name="connsiteY31" fmla="*/ 1577056 h 6858000"/>
              <a:gd name="connsiteX32" fmla="*/ 6333604 w 6568309"/>
              <a:gd name="connsiteY32" fmla="*/ 1595898 h 6858000"/>
              <a:gd name="connsiteX33" fmla="*/ 6324749 w 6568309"/>
              <a:gd name="connsiteY33" fmla="*/ 1703726 h 6858000"/>
              <a:gd name="connsiteX34" fmla="*/ 6329594 w 6568309"/>
              <a:gd name="connsiteY34" fmla="*/ 1809535 h 6858000"/>
              <a:gd name="connsiteX35" fmla="*/ 6329062 w 6568309"/>
              <a:gd name="connsiteY35" fmla="*/ 2018310 h 6858000"/>
              <a:gd name="connsiteX36" fmla="*/ 6321735 w 6568309"/>
              <a:gd name="connsiteY36" fmla="*/ 2071355 h 6858000"/>
              <a:gd name="connsiteX37" fmla="*/ 6322678 w 6568309"/>
              <a:gd name="connsiteY37" fmla="*/ 2141166 h 6858000"/>
              <a:gd name="connsiteX38" fmla="*/ 6321340 w 6568309"/>
              <a:gd name="connsiteY38" fmla="*/ 2154548 h 6858000"/>
              <a:gd name="connsiteX39" fmla="*/ 6316582 w 6568309"/>
              <a:gd name="connsiteY39" fmla="*/ 2158153 h 6858000"/>
              <a:gd name="connsiteX40" fmla="*/ 6311428 w 6568309"/>
              <a:gd name="connsiteY40" fmla="*/ 2178174 h 6858000"/>
              <a:gd name="connsiteX41" fmla="*/ 6310192 w 6568309"/>
              <a:gd name="connsiteY41" fmla="*/ 2202858 h 6858000"/>
              <a:gd name="connsiteX42" fmla="*/ 6309211 w 6568309"/>
              <a:gd name="connsiteY42" fmla="*/ 2320214 h 6858000"/>
              <a:gd name="connsiteX43" fmla="*/ 6300151 w 6568309"/>
              <a:gd name="connsiteY43" fmla="*/ 2417011 h 6858000"/>
              <a:gd name="connsiteX44" fmla="*/ 6295176 w 6568309"/>
              <a:gd name="connsiteY44" fmla="*/ 2454207 h 6858000"/>
              <a:gd name="connsiteX45" fmla="*/ 6293727 w 6568309"/>
              <a:gd name="connsiteY45" fmla="*/ 2487203 h 6858000"/>
              <a:gd name="connsiteX46" fmla="*/ 6285477 w 6568309"/>
              <a:gd name="connsiteY46" fmla="*/ 2512282 h 6858000"/>
              <a:gd name="connsiteX47" fmla="*/ 6286205 w 6568309"/>
              <a:gd name="connsiteY47" fmla="*/ 2514318 h 6858000"/>
              <a:gd name="connsiteX48" fmla="*/ 6304629 w 6568309"/>
              <a:gd name="connsiteY48" fmla="*/ 2574334 h 6858000"/>
              <a:gd name="connsiteX49" fmla="*/ 6303842 w 6568309"/>
              <a:gd name="connsiteY49" fmla="*/ 2579877 h 6858000"/>
              <a:gd name="connsiteX50" fmla="*/ 6303953 w 6568309"/>
              <a:gd name="connsiteY50" fmla="*/ 2608928 h 6858000"/>
              <a:gd name="connsiteX51" fmla="*/ 6303530 w 6568309"/>
              <a:gd name="connsiteY51" fmla="*/ 2613111 h 6858000"/>
              <a:gd name="connsiteX52" fmla="*/ 6297474 w 6568309"/>
              <a:gd name="connsiteY52" fmla="*/ 2621996 h 6858000"/>
              <a:gd name="connsiteX53" fmla="*/ 6299263 w 6568309"/>
              <a:gd name="connsiteY53" fmla="*/ 2634265 h 6858000"/>
              <a:gd name="connsiteX54" fmla="*/ 6293065 w 6568309"/>
              <a:gd name="connsiteY54" fmla="*/ 2647237 h 6858000"/>
              <a:gd name="connsiteX55" fmla="*/ 6297496 w 6568309"/>
              <a:gd name="connsiteY55" fmla="*/ 2650786 h 6858000"/>
              <a:gd name="connsiteX56" fmla="*/ 6301708 w 6568309"/>
              <a:gd name="connsiteY56" fmla="*/ 2661993 h 6858000"/>
              <a:gd name="connsiteX57" fmla="*/ 6295884 w 6568309"/>
              <a:gd name="connsiteY57" fmla="*/ 2670949 h 6858000"/>
              <a:gd name="connsiteX58" fmla="*/ 6291714 w 6568309"/>
              <a:gd name="connsiteY58" fmla="*/ 2690255 h 6858000"/>
              <a:gd name="connsiteX59" fmla="*/ 6292327 w 6568309"/>
              <a:gd name="connsiteY59" fmla="*/ 2695683 h 6858000"/>
              <a:gd name="connsiteX60" fmla="*/ 6284410 w 6568309"/>
              <a:gd name="connsiteY60" fmla="*/ 2713964 h 6858000"/>
              <a:gd name="connsiteX61" fmla="*/ 6280410 w 6568309"/>
              <a:gd name="connsiteY61" fmla="*/ 2730175 h 6858000"/>
              <a:gd name="connsiteX62" fmla="*/ 6288082 w 6568309"/>
              <a:gd name="connsiteY62" fmla="*/ 2763497 h 6858000"/>
              <a:gd name="connsiteX63" fmla="*/ 6260924 w 6568309"/>
              <a:gd name="connsiteY63" fmla="*/ 3051539 h 6858000"/>
              <a:gd name="connsiteX64" fmla="*/ 6210151 w 6568309"/>
              <a:gd name="connsiteY64" fmla="*/ 3335396 h 6858000"/>
              <a:gd name="connsiteX65" fmla="*/ 6212034 w 6568309"/>
              <a:gd name="connsiteY65" fmla="*/ 3456509 h 6858000"/>
              <a:gd name="connsiteX66" fmla="*/ 6197490 w 6568309"/>
              <a:gd name="connsiteY66" fmla="*/ 3531827 h 6858000"/>
              <a:gd name="connsiteX67" fmla="*/ 6208018 w 6568309"/>
              <a:gd name="connsiteY67" fmla="*/ 3570877 h 6858000"/>
              <a:gd name="connsiteX68" fmla="*/ 6205920 w 6568309"/>
              <a:gd name="connsiteY68" fmla="*/ 3583849 h 6858000"/>
              <a:gd name="connsiteX69" fmla="*/ 6199616 w 6568309"/>
              <a:gd name="connsiteY69" fmla="*/ 3592763 h 6858000"/>
              <a:gd name="connsiteX70" fmla="*/ 6181288 w 6568309"/>
              <a:gd name="connsiteY70" fmla="*/ 3653485 h 6858000"/>
              <a:gd name="connsiteX71" fmla="*/ 6175963 w 6568309"/>
              <a:gd name="connsiteY71" fmla="*/ 3670528 h 6858000"/>
              <a:gd name="connsiteX72" fmla="*/ 6176722 w 6568309"/>
              <a:gd name="connsiteY72" fmla="*/ 3685990 h 6858000"/>
              <a:gd name="connsiteX73" fmla="*/ 6181549 w 6568309"/>
              <a:gd name="connsiteY73" fmla="*/ 3690283 h 6858000"/>
              <a:gd name="connsiteX74" fmla="*/ 6179476 w 6568309"/>
              <a:gd name="connsiteY74" fmla="*/ 3699787 h 6858000"/>
              <a:gd name="connsiteX75" fmla="*/ 6180040 w 6568309"/>
              <a:gd name="connsiteY75" fmla="*/ 3702486 h 6858000"/>
              <a:gd name="connsiteX76" fmla="*/ 6182155 w 6568309"/>
              <a:gd name="connsiteY76" fmla="*/ 3717784 h 6858000"/>
              <a:gd name="connsiteX77" fmla="*/ 6158980 w 6568309"/>
              <a:gd name="connsiteY77" fmla="*/ 3746229 h 6858000"/>
              <a:gd name="connsiteX78" fmla="*/ 6096049 w 6568309"/>
              <a:gd name="connsiteY78" fmla="*/ 3924910 h 6858000"/>
              <a:gd name="connsiteX79" fmla="*/ 6069712 w 6568309"/>
              <a:gd name="connsiteY79" fmla="*/ 3989353 h 6858000"/>
              <a:gd name="connsiteX80" fmla="*/ 6067330 w 6568309"/>
              <a:gd name="connsiteY80" fmla="*/ 4033899 h 6858000"/>
              <a:gd name="connsiteX81" fmla="*/ 6061081 w 6568309"/>
              <a:gd name="connsiteY81" fmla="*/ 4142250 h 6858000"/>
              <a:gd name="connsiteX82" fmla="*/ 6042858 w 6568309"/>
              <a:gd name="connsiteY82" fmla="*/ 4329442 h 6858000"/>
              <a:gd name="connsiteX83" fmla="*/ 6034182 w 6568309"/>
              <a:gd name="connsiteY83" fmla="*/ 4456184 h 6858000"/>
              <a:gd name="connsiteX84" fmla="*/ 6029178 w 6568309"/>
              <a:gd name="connsiteY84" fmla="*/ 4468478 h 6858000"/>
              <a:gd name="connsiteX85" fmla="*/ 6029974 w 6568309"/>
              <a:gd name="connsiteY85" fmla="*/ 4469862 h 6858000"/>
              <a:gd name="connsiteX86" fmla="*/ 6028340 w 6568309"/>
              <a:gd name="connsiteY86" fmla="*/ 4483797 h 6858000"/>
              <a:gd name="connsiteX87" fmla="*/ 6025168 w 6568309"/>
              <a:gd name="connsiteY87" fmla="*/ 4487091 h 6858000"/>
              <a:gd name="connsiteX88" fmla="*/ 6023164 w 6568309"/>
              <a:gd name="connsiteY88" fmla="*/ 4496728 h 6858000"/>
              <a:gd name="connsiteX89" fmla="*/ 6016839 w 6568309"/>
              <a:gd name="connsiteY89" fmla="*/ 4515918 h 6858000"/>
              <a:gd name="connsiteX90" fmla="*/ 6017886 w 6568309"/>
              <a:gd name="connsiteY90" fmla="*/ 4519316 h 6858000"/>
              <a:gd name="connsiteX91" fmla="*/ 6011819 w 6568309"/>
              <a:gd name="connsiteY91" fmla="*/ 4547957 h 6858000"/>
              <a:gd name="connsiteX92" fmla="*/ 6012791 w 6568309"/>
              <a:gd name="connsiteY92" fmla="*/ 4548262 h 6858000"/>
              <a:gd name="connsiteX93" fmla="*/ 6015703 w 6568309"/>
              <a:gd name="connsiteY93" fmla="*/ 4555939 h 6858000"/>
              <a:gd name="connsiteX94" fmla="*/ 6018854 w 6568309"/>
              <a:gd name="connsiteY94" fmla="*/ 4570815 h 6858000"/>
              <a:gd name="connsiteX95" fmla="*/ 6033000 w 6568309"/>
              <a:gd name="connsiteY95" fmla="*/ 4633846 h 6858000"/>
              <a:gd name="connsiteX96" fmla="*/ 6032325 w 6568309"/>
              <a:gd name="connsiteY96" fmla="*/ 4639816 h 6858000"/>
              <a:gd name="connsiteX97" fmla="*/ 6032549 w 6568309"/>
              <a:gd name="connsiteY97" fmla="*/ 4639923 h 6858000"/>
              <a:gd name="connsiteX98" fmla="*/ 6032309 w 6568309"/>
              <a:gd name="connsiteY98" fmla="*/ 4646192 h 6858000"/>
              <a:gd name="connsiteX99" fmla="*/ 6031095 w 6568309"/>
              <a:gd name="connsiteY99" fmla="*/ 4650706 h 6858000"/>
              <a:gd name="connsiteX100" fmla="*/ 6029786 w 6568309"/>
              <a:gd name="connsiteY100" fmla="*/ 4662290 h 6858000"/>
              <a:gd name="connsiteX101" fmla="*/ 6030911 w 6568309"/>
              <a:gd name="connsiteY101" fmla="*/ 4666180 h 6858000"/>
              <a:gd name="connsiteX102" fmla="*/ 6033630 w 6568309"/>
              <a:gd name="connsiteY102" fmla="*/ 4667585 h 6858000"/>
              <a:gd name="connsiteX103" fmla="*/ 6033189 w 6568309"/>
              <a:gd name="connsiteY103" fmla="*/ 4668660 h 6858000"/>
              <a:gd name="connsiteX104" fmla="*/ 6038764 w 6568309"/>
              <a:gd name="connsiteY104" fmla="*/ 4689807 h 6858000"/>
              <a:gd name="connsiteX105" fmla="*/ 6042217 w 6568309"/>
              <a:gd name="connsiteY105" fmla="*/ 4737890 h 6858000"/>
              <a:gd name="connsiteX106" fmla="*/ 6040543 w 6568309"/>
              <a:gd name="connsiteY106" fmla="*/ 4765657 h 6858000"/>
              <a:gd name="connsiteX107" fmla="*/ 6039956 w 6568309"/>
              <a:gd name="connsiteY107" fmla="*/ 4841463 h 6858000"/>
              <a:gd name="connsiteX108" fmla="*/ 6057123 w 6568309"/>
              <a:gd name="connsiteY108" fmla="*/ 4969863 h 6858000"/>
              <a:gd name="connsiteX109" fmla="*/ 6055039 w 6568309"/>
              <a:gd name="connsiteY109" fmla="*/ 4974028 h 6858000"/>
              <a:gd name="connsiteX110" fmla="*/ 6053462 w 6568309"/>
              <a:gd name="connsiteY110" fmla="*/ 4980318 h 6858000"/>
              <a:gd name="connsiteX111" fmla="*/ 6053643 w 6568309"/>
              <a:gd name="connsiteY111" fmla="*/ 4980501 h 6858000"/>
              <a:gd name="connsiteX112" fmla="*/ 6051733 w 6568309"/>
              <a:gd name="connsiteY112" fmla="*/ 4986338 h 6858000"/>
              <a:gd name="connsiteX113" fmla="*/ 6049602 w 6568309"/>
              <a:gd name="connsiteY113" fmla="*/ 4991296 h 6858000"/>
              <a:gd name="connsiteX114" fmla="*/ 6075165 w 6568309"/>
              <a:gd name="connsiteY114" fmla="*/ 5076895 h 6858000"/>
              <a:gd name="connsiteX115" fmla="*/ 6073751 w 6568309"/>
              <a:gd name="connsiteY115" fmla="*/ 5081568 h 6858000"/>
              <a:gd name="connsiteX116" fmla="*/ 6073150 w 6568309"/>
              <a:gd name="connsiteY116" fmla="*/ 5088173 h 6858000"/>
              <a:gd name="connsiteX117" fmla="*/ 6073355 w 6568309"/>
              <a:gd name="connsiteY117" fmla="*/ 5088300 h 6858000"/>
              <a:gd name="connsiteX118" fmla="*/ 6072362 w 6568309"/>
              <a:gd name="connsiteY118" fmla="*/ 5094558 h 6858000"/>
              <a:gd name="connsiteX119" fmla="*/ 6064726 w 6568309"/>
              <a:gd name="connsiteY119" fmla="*/ 5125620 h 6858000"/>
              <a:gd name="connsiteX120" fmla="*/ 6065415 w 6568309"/>
              <a:gd name="connsiteY120" fmla="*/ 5268004 h 6858000"/>
              <a:gd name="connsiteX121" fmla="*/ 6066081 w 6568309"/>
              <a:gd name="connsiteY121" fmla="*/ 5269530 h 6858000"/>
              <a:gd name="connsiteX122" fmla="*/ 6043407 w 6568309"/>
              <a:gd name="connsiteY122" fmla="*/ 5390941 h 6858000"/>
              <a:gd name="connsiteX123" fmla="*/ 6025377 w 6568309"/>
              <a:gd name="connsiteY123" fmla="*/ 5539927 h 6858000"/>
              <a:gd name="connsiteX124" fmla="*/ 6010052 w 6568309"/>
              <a:gd name="connsiteY124" fmla="*/ 5791594 h 6858000"/>
              <a:gd name="connsiteX125" fmla="*/ 5994220 w 6568309"/>
              <a:gd name="connsiteY125" fmla="*/ 5855206 h 6858000"/>
              <a:gd name="connsiteX126" fmla="*/ 5982580 w 6568309"/>
              <a:gd name="connsiteY126" fmla="*/ 5873582 h 6858000"/>
              <a:gd name="connsiteX127" fmla="*/ 5983608 w 6568309"/>
              <a:gd name="connsiteY127" fmla="*/ 5876037 h 6858000"/>
              <a:gd name="connsiteX128" fmla="*/ 5983535 w 6568309"/>
              <a:gd name="connsiteY128" fmla="*/ 5886534 h 6858000"/>
              <a:gd name="connsiteX129" fmla="*/ 5988737 w 6568309"/>
              <a:gd name="connsiteY129" fmla="*/ 5888644 h 6858000"/>
              <a:gd name="connsiteX130" fmla="*/ 5992371 w 6568309"/>
              <a:gd name="connsiteY130" fmla="*/ 5903832 h 6858000"/>
              <a:gd name="connsiteX131" fmla="*/ 5990780 w 6568309"/>
              <a:gd name="connsiteY131" fmla="*/ 5923391 h 6858000"/>
              <a:gd name="connsiteX132" fmla="*/ 5993870 w 6568309"/>
              <a:gd name="connsiteY132" fmla="*/ 6013205 h 6858000"/>
              <a:gd name="connsiteX133" fmla="*/ 5997673 w 6568309"/>
              <a:gd name="connsiteY133" fmla="*/ 6074018 h 6858000"/>
              <a:gd name="connsiteX134" fmla="*/ 6014840 w 6568309"/>
              <a:gd name="connsiteY134" fmla="*/ 6130837 h 6858000"/>
              <a:gd name="connsiteX135" fmla="*/ 6010704 w 6568309"/>
              <a:gd name="connsiteY135" fmla="*/ 6152982 h 6858000"/>
              <a:gd name="connsiteX136" fmla="*/ 6038294 w 6568309"/>
              <a:gd name="connsiteY136" fmla="*/ 6221100 h 6858000"/>
              <a:gd name="connsiteX137" fmla="*/ 6052331 w 6568309"/>
              <a:gd name="connsiteY137" fmla="*/ 6287550 h 6858000"/>
              <a:gd name="connsiteX138" fmla="*/ 6074143 w 6568309"/>
              <a:gd name="connsiteY138" fmla="*/ 6401595 h 6858000"/>
              <a:gd name="connsiteX139" fmla="*/ 6060199 w 6568309"/>
              <a:gd name="connsiteY139" fmla="*/ 6487110 h 6858000"/>
              <a:gd name="connsiteX140" fmla="*/ 6081156 w 6568309"/>
              <a:gd name="connsiteY140" fmla="*/ 6588589 h 6858000"/>
              <a:gd name="connsiteX141" fmla="*/ 6114944 w 6568309"/>
              <a:gd name="connsiteY141" fmla="*/ 6769963 h 6858000"/>
              <a:gd name="connsiteX142" fmla="*/ 6128950 w 6568309"/>
              <a:gd name="connsiteY142" fmla="*/ 6835814 h 6858000"/>
              <a:gd name="connsiteX143" fmla="*/ 6132536 w 6568309"/>
              <a:gd name="connsiteY143" fmla="*/ 6858000 h 6858000"/>
              <a:gd name="connsiteX144" fmla="*/ 4789511 w 6568309"/>
              <a:gd name="connsiteY144" fmla="*/ 6858000 h 6858000"/>
              <a:gd name="connsiteX145" fmla="*/ 1866294 w 6568309"/>
              <a:gd name="connsiteY145" fmla="*/ 6858000 h 6858000"/>
              <a:gd name="connsiteX146" fmla="*/ 1705866 w 6568309"/>
              <a:gd name="connsiteY146" fmla="*/ 6858000 h 6858000"/>
              <a:gd name="connsiteX147" fmla="*/ 1343025 w 6568309"/>
              <a:gd name="connsiteY147" fmla="*/ 6858000 h 6858000"/>
              <a:gd name="connsiteX148" fmla="*/ 523269 w 6568309"/>
              <a:gd name="connsiteY148" fmla="*/ 6858000 h 6858000"/>
              <a:gd name="connsiteX149" fmla="*/ 362841 w 6568309"/>
              <a:gd name="connsiteY149" fmla="*/ 6858000 h 6858000"/>
              <a:gd name="connsiteX150" fmla="*/ 0 w 6568309"/>
              <a:gd name="connsiteY15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</a:cxnLst>
            <a:rect l="l" t="t" r="r" b="b"/>
            <a:pathLst>
              <a:path w="6568309" h="6858000">
                <a:moveTo>
                  <a:pt x="0" y="0"/>
                </a:moveTo>
                <a:lnTo>
                  <a:pt x="362841" y="0"/>
                </a:lnTo>
                <a:lnTo>
                  <a:pt x="523269" y="0"/>
                </a:lnTo>
                <a:lnTo>
                  <a:pt x="1343025" y="0"/>
                </a:lnTo>
                <a:lnTo>
                  <a:pt x="1705866" y="0"/>
                </a:lnTo>
                <a:lnTo>
                  <a:pt x="1866294" y="0"/>
                </a:lnTo>
                <a:lnTo>
                  <a:pt x="5225154" y="0"/>
                </a:lnTo>
                <a:lnTo>
                  <a:pt x="6568179" y="0"/>
                </a:lnTo>
                <a:lnTo>
                  <a:pt x="6568309" y="1"/>
                </a:lnTo>
                <a:lnTo>
                  <a:pt x="6562951" y="30700"/>
                </a:lnTo>
                <a:cubicBezTo>
                  <a:pt x="6559126" y="84364"/>
                  <a:pt x="6548218" y="241149"/>
                  <a:pt x="6547446" y="310025"/>
                </a:cubicBezTo>
                <a:cubicBezTo>
                  <a:pt x="6550151" y="367544"/>
                  <a:pt x="6557712" y="408251"/>
                  <a:pt x="6558316" y="443960"/>
                </a:cubicBezTo>
                <a:cubicBezTo>
                  <a:pt x="6555224" y="499397"/>
                  <a:pt x="6534767" y="604434"/>
                  <a:pt x="6528896" y="642659"/>
                </a:cubicBezTo>
                <a:cubicBezTo>
                  <a:pt x="6535204" y="657287"/>
                  <a:pt x="6515365" y="658191"/>
                  <a:pt x="6523095" y="673307"/>
                </a:cubicBezTo>
                <a:cubicBezTo>
                  <a:pt x="6523388" y="693769"/>
                  <a:pt x="6506868" y="797295"/>
                  <a:pt x="6496169" y="839641"/>
                </a:cubicBezTo>
                <a:cubicBezTo>
                  <a:pt x="6484119" y="887148"/>
                  <a:pt x="6457817" y="937731"/>
                  <a:pt x="6450789" y="958357"/>
                </a:cubicBezTo>
                <a:cubicBezTo>
                  <a:pt x="6443760" y="978983"/>
                  <a:pt x="6459217" y="936930"/>
                  <a:pt x="6453996" y="963398"/>
                </a:cubicBezTo>
                <a:cubicBezTo>
                  <a:pt x="6448777" y="989867"/>
                  <a:pt x="6425575" y="1087010"/>
                  <a:pt x="6419467" y="1117169"/>
                </a:cubicBezTo>
                <a:cubicBezTo>
                  <a:pt x="6431540" y="1118586"/>
                  <a:pt x="6409651" y="1135372"/>
                  <a:pt x="6417348" y="1144352"/>
                </a:cubicBezTo>
                <a:cubicBezTo>
                  <a:pt x="6424109" y="1150681"/>
                  <a:pt x="6419047" y="1157251"/>
                  <a:pt x="6418473" y="1164484"/>
                </a:cubicBezTo>
                <a:cubicBezTo>
                  <a:pt x="6423767" y="1173524"/>
                  <a:pt x="6413947" y="1205209"/>
                  <a:pt x="6406979" y="1213829"/>
                </a:cubicBezTo>
                <a:cubicBezTo>
                  <a:pt x="6382818" y="1235037"/>
                  <a:pt x="6400452" y="1277327"/>
                  <a:pt x="6381928" y="1294823"/>
                </a:cubicBezTo>
                <a:cubicBezTo>
                  <a:pt x="6379195" y="1300845"/>
                  <a:pt x="6378069" y="1306615"/>
                  <a:pt x="6377948" y="1312193"/>
                </a:cubicBezTo>
                <a:lnTo>
                  <a:pt x="6379894" y="1327626"/>
                </a:lnTo>
                <a:lnTo>
                  <a:pt x="6385024" y="1331644"/>
                </a:lnTo>
                <a:lnTo>
                  <a:pt x="6383696" y="1341276"/>
                </a:lnTo>
                <a:cubicBezTo>
                  <a:pt x="6383952" y="1342166"/>
                  <a:pt x="6384208" y="1343055"/>
                  <a:pt x="6384464" y="1343945"/>
                </a:cubicBezTo>
                <a:cubicBezTo>
                  <a:pt x="6385957" y="1349040"/>
                  <a:pt x="6387253" y="1354080"/>
                  <a:pt x="6387748" y="1359134"/>
                </a:cubicBezTo>
                <a:cubicBezTo>
                  <a:pt x="6384363" y="1373109"/>
                  <a:pt x="6372802" y="1397612"/>
                  <a:pt x="6364157" y="1427803"/>
                </a:cubicBezTo>
                <a:cubicBezTo>
                  <a:pt x="6348141" y="1460349"/>
                  <a:pt x="6348362" y="1505076"/>
                  <a:pt x="6335874" y="1540278"/>
                </a:cubicBezTo>
                <a:lnTo>
                  <a:pt x="6331892" y="1547262"/>
                </a:lnTo>
                <a:lnTo>
                  <a:pt x="6332744" y="1577056"/>
                </a:lnTo>
                <a:cubicBezTo>
                  <a:pt x="6335859" y="1582205"/>
                  <a:pt x="6336674" y="1589568"/>
                  <a:pt x="6333604" y="1595898"/>
                </a:cubicBezTo>
                <a:lnTo>
                  <a:pt x="6324749" y="1703726"/>
                </a:lnTo>
                <a:cubicBezTo>
                  <a:pt x="6324080" y="1739332"/>
                  <a:pt x="6318019" y="1754453"/>
                  <a:pt x="6329594" y="1809535"/>
                </a:cubicBezTo>
                <a:cubicBezTo>
                  <a:pt x="6344930" y="1868036"/>
                  <a:pt x="6323725" y="1952670"/>
                  <a:pt x="6329062" y="2018310"/>
                </a:cubicBezTo>
                <a:cubicBezTo>
                  <a:pt x="6308075" y="2053162"/>
                  <a:pt x="6326925" y="2034561"/>
                  <a:pt x="6321735" y="2071355"/>
                </a:cubicBezTo>
                <a:lnTo>
                  <a:pt x="6322678" y="2141166"/>
                </a:lnTo>
                <a:lnTo>
                  <a:pt x="6321340" y="2154548"/>
                </a:lnTo>
                <a:lnTo>
                  <a:pt x="6316582" y="2158153"/>
                </a:lnTo>
                <a:lnTo>
                  <a:pt x="6311428" y="2178174"/>
                </a:lnTo>
                <a:cubicBezTo>
                  <a:pt x="6310177" y="2185696"/>
                  <a:pt x="6309622" y="2193828"/>
                  <a:pt x="6310192" y="2202858"/>
                </a:cubicBezTo>
                <a:cubicBezTo>
                  <a:pt x="6319667" y="2232772"/>
                  <a:pt x="6296459" y="2283357"/>
                  <a:pt x="6309211" y="2320214"/>
                </a:cubicBezTo>
                <a:cubicBezTo>
                  <a:pt x="6307537" y="2355906"/>
                  <a:pt x="6302490" y="2394678"/>
                  <a:pt x="6300151" y="2417011"/>
                </a:cubicBezTo>
                <a:cubicBezTo>
                  <a:pt x="6292303" y="2426377"/>
                  <a:pt x="6304439" y="2456509"/>
                  <a:pt x="6295176" y="2454207"/>
                </a:cubicBezTo>
                <a:cubicBezTo>
                  <a:pt x="6299335" y="2464947"/>
                  <a:pt x="6297305" y="2476105"/>
                  <a:pt x="6293727" y="2487203"/>
                </a:cubicBezTo>
                <a:lnTo>
                  <a:pt x="6285477" y="2512282"/>
                </a:lnTo>
                <a:cubicBezTo>
                  <a:pt x="6285720" y="2512961"/>
                  <a:pt x="6285962" y="2513640"/>
                  <a:pt x="6286205" y="2514318"/>
                </a:cubicBezTo>
                <a:cubicBezTo>
                  <a:pt x="6292347" y="2534324"/>
                  <a:pt x="6298487" y="2554328"/>
                  <a:pt x="6304629" y="2574334"/>
                </a:cubicBezTo>
                <a:lnTo>
                  <a:pt x="6303842" y="2579877"/>
                </a:lnTo>
                <a:cubicBezTo>
                  <a:pt x="6303729" y="2585644"/>
                  <a:pt x="6304006" y="2603388"/>
                  <a:pt x="6303953" y="2608928"/>
                </a:cubicBezTo>
                <a:lnTo>
                  <a:pt x="6303530" y="2613111"/>
                </a:lnTo>
                <a:lnTo>
                  <a:pt x="6297474" y="2621996"/>
                </a:lnTo>
                <a:lnTo>
                  <a:pt x="6299263" y="2634265"/>
                </a:lnTo>
                <a:lnTo>
                  <a:pt x="6293065" y="2647237"/>
                </a:lnTo>
                <a:cubicBezTo>
                  <a:pt x="6294685" y="2648158"/>
                  <a:pt x="6296180" y="2649356"/>
                  <a:pt x="6297496" y="2650786"/>
                </a:cubicBezTo>
                <a:lnTo>
                  <a:pt x="6301708" y="2661993"/>
                </a:lnTo>
                <a:lnTo>
                  <a:pt x="6295884" y="2670949"/>
                </a:lnTo>
                <a:cubicBezTo>
                  <a:pt x="6304913" y="2672007"/>
                  <a:pt x="6294429" y="2681695"/>
                  <a:pt x="6291714" y="2690255"/>
                </a:cubicBezTo>
                <a:lnTo>
                  <a:pt x="6292327" y="2695683"/>
                </a:lnTo>
                <a:lnTo>
                  <a:pt x="6284410" y="2713964"/>
                </a:lnTo>
                <a:lnTo>
                  <a:pt x="6280410" y="2730175"/>
                </a:lnTo>
                <a:lnTo>
                  <a:pt x="6288082" y="2763497"/>
                </a:lnTo>
                <a:lnTo>
                  <a:pt x="6260924" y="3051539"/>
                </a:lnTo>
                <a:cubicBezTo>
                  <a:pt x="6251455" y="3165645"/>
                  <a:pt x="6222174" y="3216611"/>
                  <a:pt x="6210151" y="3335396"/>
                </a:cubicBezTo>
                <a:lnTo>
                  <a:pt x="6212034" y="3456509"/>
                </a:lnTo>
                <a:lnTo>
                  <a:pt x="6197490" y="3531827"/>
                </a:lnTo>
                <a:lnTo>
                  <a:pt x="6208018" y="3570877"/>
                </a:lnTo>
                <a:lnTo>
                  <a:pt x="6205920" y="3583849"/>
                </a:lnTo>
                <a:lnTo>
                  <a:pt x="6199616" y="3592763"/>
                </a:lnTo>
                <a:cubicBezTo>
                  <a:pt x="6191839" y="3613948"/>
                  <a:pt x="6196204" y="3641245"/>
                  <a:pt x="6181288" y="3653485"/>
                </a:cubicBezTo>
                <a:cubicBezTo>
                  <a:pt x="6178087" y="3659316"/>
                  <a:pt x="6176516" y="3664985"/>
                  <a:pt x="6175963" y="3670528"/>
                </a:cubicBezTo>
                <a:lnTo>
                  <a:pt x="6176722" y="3685990"/>
                </a:lnTo>
                <a:lnTo>
                  <a:pt x="6181549" y="3690283"/>
                </a:lnTo>
                <a:lnTo>
                  <a:pt x="6179476" y="3699787"/>
                </a:lnTo>
                <a:cubicBezTo>
                  <a:pt x="6179664" y="3700686"/>
                  <a:pt x="6179852" y="3701586"/>
                  <a:pt x="6180040" y="3702486"/>
                </a:cubicBezTo>
                <a:cubicBezTo>
                  <a:pt x="6181140" y="3707637"/>
                  <a:pt x="6182047" y="3712728"/>
                  <a:pt x="6182155" y="3717784"/>
                </a:cubicBezTo>
                <a:cubicBezTo>
                  <a:pt x="6156678" y="3711701"/>
                  <a:pt x="6178864" y="3759789"/>
                  <a:pt x="6158980" y="3746229"/>
                </a:cubicBezTo>
                <a:cubicBezTo>
                  <a:pt x="6144630" y="3780750"/>
                  <a:pt x="6117520" y="3867558"/>
                  <a:pt x="6096049" y="3924910"/>
                </a:cubicBezTo>
                <a:lnTo>
                  <a:pt x="6069712" y="3989353"/>
                </a:lnTo>
                <a:lnTo>
                  <a:pt x="6067330" y="4033899"/>
                </a:lnTo>
                <a:cubicBezTo>
                  <a:pt x="6065506" y="4070470"/>
                  <a:pt x="6063599" y="4110146"/>
                  <a:pt x="6061081" y="4142250"/>
                </a:cubicBezTo>
                <a:cubicBezTo>
                  <a:pt x="6055260" y="4200007"/>
                  <a:pt x="6045907" y="4278998"/>
                  <a:pt x="6042858" y="4329442"/>
                </a:cubicBezTo>
                <a:cubicBezTo>
                  <a:pt x="6038376" y="4381764"/>
                  <a:pt x="6036461" y="4433012"/>
                  <a:pt x="6034182" y="4456184"/>
                </a:cubicBezTo>
                <a:lnTo>
                  <a:pt x="6029178" y="4468478"/>
                </a:lnTo>
                <a:lnTo>
                  <a:pt x="6029974" y="4469862"/>
                </a:lnTo>
                <a:cubicBezTo>
                  <a:pt x="6031287" y="4476321"/>
                  <a:pt x="6030316" y="4480555"/>
                  <a:pt x="6028340" y="4483797"/>
                </a:cubicBezTo>
                <a:lnTo>
                  <a:pt x="6025168" y="4487091"/>
                </a:lnTo>
                <a:lnTo>
                  <a:pt x="6023164" y="4496728"/>
                </a:lnTo>
                <a:lnTo>
                  <a:pt x="6016839" y="4515918"/>
                </a:lnTo>
                <a:cubicBezTo>
                  <a:pt x="6017189" y="4517049"/>
                  <a:pt x="6017537" y="4518182"/>
                  <a:pt x="6017886" y="4519316"/>
                </a:cubicBezTo>
                <a:lnTo>
                  <a:pt x="6011819" y="4547957"/>
                </a:lnTo>
                <a:lnTo>
                  <a:pt x="6012791" y="4548262"/>
                </a:lnTo>
                <a:cubicBezTo>
                  <a:pt x="6014837" y="4549595"/>
                  <a:pt x="6016087" y="4551811"/>
                  <a:pt x="6015703" y="4555939"/>
                </a:cubicBezTo>
                <a:cubicBezTo>
                  <a:pt x="6031790" y="4548276"/>
                  <a:pt x="6021405" y="4557977"/>
                  <a:pt x="6018854" y="4570815"/>
                </a:cubicBezTo>
                <a:cubicBezTo>
                  <a:pt x="6021736" y="4583801"/>
                  <a:pt x="6030754" y="4622347"/>
                  <a:pt x="6033000" y="4633846"/>
                </a:cubicBezTo>
                <a:lnTo>
                  <a:pt x="6032325" y="4639816"/>
                </a:lnTo>
                <a:lnTo>
                  <a:pt x="6032549" y="4639923"/>
                </a:lnTo>
                <a:cubicBezTo>
                  <a:pt x="6032911" y="4641190"/>
                  <a:pt x="6032878" y="4643141"/>
                  <a:pt x="6032309" y="4646192"/>
                </a:cubicBezTo>
                <a:lnTo>
                  <a:pt x="6031095" y="4650706"/>
                </a:lnTo>
                <a:lnTo>
                  <a:pt x="6029786" y="4662290"/>
                </a:lnTo>
                <a:cubicBezTo>
                  <a:pt x="6030161" y="4663587"/>
                  <a:pt x="6030536" y="4664883"/>
                  <a:pt x="6030911" y="4666180"/>
                </a:cubicBezTo>
                <a:lnTo>
                  <a:pt x="6033630" y="4667585"/>
                </a:lnTo>
                <a:lnTo>
                  <a:pt x="6033189" y="4668660"/>
                </a:lnTo>
                <a:cubicBezTo>
                  <a:pt x="6027286" y="4676831"/>
                  <a:pt x="6019767" y="4679345"/>
                  <a:pt x="6038764" y="4689807"/>
                </a:cubicBezTo>
                <a:cubicBezTo>
                  <a:pt x="6028616" y="4708535"/>
                  <a:pt x="6040474" y="4712235"/>
                  <a:pt x="6042217" y="4737890"/>
                </a:cubicBezTo>
                <a:cubicBezTo>
                  <a:pt x="6033362" y="4748600"/>
                  <a:pt x="6035273" y="4757223"/>
                  <a:pt x="6040543" y="4765657"/>
                </a:cubicBezTo>
                <a:cubicBezTo>
                  <a:pt x="6034416" y="4790618"/>
                  <a:pt x="6040696" y="4813399"/>
                  <a:pt x="6039956" y="4841463"/>
                </a:cubicBezTo>
                <a:lnTo>
                  <a:pt x="6057123" y="4969863"/>
                </a:lnTo>
                <a:lnTo>
                  <a:pt x="6055039" y="4974028"/>
                </a:lnTo>
                <a:cubicBezTo>
                  <a:pt x="6053860" y="4976933"/>
                  <a:pt x="6053409" y="4978909"/>
                  <a:pt x="6053462" y="4980318"/>
                </a:cubicBezTo>
                <a:lnTo>
                  <a:pt x="6053643" y="4980501"/>
                </a:lnTo>
                <a:lnTo>
                  <a:pt x="6051733" y="4986338"/>
                </a:lnTo>
                <a:lnTo>
                  <a:pt x="6049602" y="4991296"/>
                </a:lnTo>
                <a:cubicBezTo>
                  <a:pt x="6058123" y="5019829"/>
                  <a:pt x="6066643" y="5048361"/>
                  <a:pt x="6075165" y="5076895"/>
                </a:cubicBezTo>
                <a:lnTo>
                  <a:pt x="6073751" y="5081568"/>
                </a:lnTo>
                <a:cubicBezTo>
                  <a:pt x="6073034" y="5084748"/>
                  <a:pt x="6072888" y="5086810"/>
                  <a:pt x="6073150" y="5088173"/>
                </a:cubicBezTo>
                <a:lnTo>
                  <a:pt x="6073355" y="5088300"/>
                </a:lnTo>
                <a:lnTo>
                  <a:pt x="6072362" y="5094558"/>
                </a:lnTo>
                <a:cubicBezTo>
                  <a:pt x="6070184" y="5105196"/>
                  <a:pt x="6067588" y="5115626"/>
                  <a:pt x="6064726" y="5125620"/>
                </a:cubicBezTo>
                <a:cubicBezTo>
                  <a:pt x="6063568" y="5154527"/>
                  <a:pt x="6065189" y="5244020"/>
                  <a:pt x="6065415" y="5268004"/>
                </a:cubicBezTo>
                <a:cubicBezTo>
                  <a:pt x="6065637" y="5268513"/>
                  <a:pt x="6065860" y="5269021"/>
                  <a:pt x="6066081" y="5269530"/>
                </a:cubicBezTo>
                <a:lnTo>
                  <a:pt x="6043407" y="5390941"/>
                </a:lnTo>
                <a:cubicBezTo>
                  <a:pt x="6032545" y="5438194"/>
                  <a:pt x="6020942" y="5465286"/>
                  <a:pt x="6025377" y="5539927"/>
                </a:cubicBezTo>
                <a:cubicBezTo>
                  <a:pt x="6019787" y="5610775"/>
                  <a:pt x="6013913" y="5740573"/>
                  <a:pt x="6010052" y="5791594"/>
                </a:cubicBezTo>
                <a:cubicBezTo>
                  <a:pt x="5989401" y="5787060"/>
                  <a:pt x="6018524" y="5849672"/>
                  <a:pt x="5994220" y="5855206"/>
                </a:cubicBezTo>
                <a:cubicBezTo>
                  <a:pt x="5995282" y="5860240"/>
                  <a:pt x="5980598" y="5868910"/>
                  <a:pt x="5982580" y="5873582"/>
                </a:cubicBezTo>
                <a:cubicBezTo>
                  <a:pt x="5982922" y="5874401"/>
                  <a:pt x="5983265" y="5875218"/>
                  <a:pt x="5983608" y="5876037"/>
                </a:cubicBezTo>
                <a:lnTo>
                  <a:pt x="5983535" y="5886534"/>
                </a:lnTo>
                <a:lnTo>
                  <a:pt x="5988737" y="5888644"/>
                </a:lnTo>
                <a:cubicBezTo>
                  <a:pt x="5989948" y="5893707"/>
                  <a:pt x="5991159" y="5898769"/>
                  <a:pt x="5992371" y="5903832"/>
                </a:cubicBezTo>
                <a:cubicBezTo>
                  <a:pt x="5992924" y="5909651"/>
                  <a:pt x="5992578" y="5916068"/>
                  <a:pt x="5990780" y="5923391"/>
                </a:cubicBezTo>
                <a:cubicBezTo>
                  <a:pt x="5975822" y="5948880"/>
                  <a:pt x="6013580" y="5981626"/>
                  <a:pt x="5993870" y="6013205"/>
                </a:cubicBezTo>
                <a:cubicBezTo>
                  <a:pt x="5988486" y="6024901"/>
                  <a:pt x="5991718" y="6066777"/>
                  <a:pt x="5997673" y="6074018"/>
                </a:cubicBezTo>
                <a:cubicBezTo>
                  <a:pt x="5998007" y="6081731"/>
                  <a:pt x="6007861" y="6126985"/>
                  <a:pt x="6014840" y="6130837"/>
                </a:cubicBezTo>
                <a:cubicBezTo>
                  <a:pt x="6022998" y="6137057"/>
                  <a:pt x="5999420" y="6156330"/>
                  <a:pt x="6010704" y="6152982"/>
                </a:cubicBezTo>
                <a:cubicBezTo>
                  <a:pt x="6008682" y="6186619"/>
                  <a:pt x="6039938" y="6191636"/>
                  <a:pt x="6038294" y="6221100"/>
                </a:cubicBezTo>
                <a:cubicBezTo>
                  <a:pt x="6039643" y="6222126"/>
                  <a:pt x="6046356" y="6257468"/>
                  <a:pt x="6052331" y="6287550"/>
                </a:cubicBezTo>
                <a:cubicBezTo>
                  <a:pt x="6058307" y="6317632"/>
                  <a:pt x="6082079" y="6391312"/>
                  <a:pt x="6074143" y="6401595"/>
                </a:cubicBezTo>
                <a:cubicBezTo>
                  <a:pt x="6074931" y="6423902"/>
                  <a:pt x="6059614" y="6432919"/>
                  <a:pt x="6060199" y="6487110"/>
                </a:cubicBezTo>
                <a:cubicBezTo>
                  <a:pt x="6075583" y="6574474"/>
                  <a:pt x="6076150" y="6553611"/>
                  <a:pt x="6081156" y="6588589"/>
                </a:cubicBezTo>
                <a:cubicBezTo>
                  <a:pt x="6102088" y="6637976"/>
                  <a:pt x="6067660" y="6687723"/>
                  <a:pt x="6114944" y="6769963"/>
                </a:cubicBezTo>
                <a:cubicBezTo>
                  <a:pt x="6130462" y="6819284"/>
                  <a:pt x="6119243" y="6817955"/>
                  <a:pt x="6128950" y="6835814"/>
                </a:cubicBezTo>
                <a:lnTo>
                  <a:pt x="6132536" y="6858000"/>
                </a:lnTo>
                <a:lnTo>
                  <a:pt x="4789511" y="6858000"/>
                </a:lnTo>
                <a:lnTo>
                  <a:pt x="1866294" y="6858000"/>
                </a:lnTo>
                <a:lnTo>
                  <a:pt x="1705866" y="6858000"/>
                </a:lnTo>
                <a:lnTo>
                  <a:pt x="1343025" y="6858000"/>
                </a:lnTo>
                <a:lnTo>
                  <a:pt x="523269" y="6858000"/>
                </a:lnTo>
                <a:lnTo>
                  <a:pt x="362841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18F00C-9AF5-9BA1-D439-83304BF4544D}"/>
              </a:ext>
            </a:extLst>
          </p:cNvPr>
          <p:cNvSpPr txBox="1"/>
          <p:nvPr/>
        </p:nvSpPr>
        <p:spPr>
          <a:xfrm>
            <a:off x="1137034" y="2194102"/>
            <a:ext cx="4438036" cy="3908585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Ctr="0" forceAA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400" b="1">
                <a:latin typeface="Calibri"/>
                <a:ea typeface="Calibri"/>
                <a:cs typeface="Calibri"/>
              </a:rPr>
              <a:t>Заключение и результаты</a:t>
            </a:r>
            <a:endParaRPr lang="ru-RU">
              <a:latin typeface="Calibri"/>
              <a:ea typeface="Calibri"/>
              <a:cs typeface="Calibri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>
                <a:latin typeface="Calibri"/>
                <a:ea typeface="Calibri"/>
                <a:cs typeface="Calibri"/>
              </a:rPr>
              <a:t>  Приложение разработано и функционирует в браузере.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>
                <a:latin typeface="Calibri"/>
                <a:ea typeface="Calibri"/>
                <a:cs typeface="Calibri"/>
              </a:rPr>
              <a:t>  Интеграция с API ЦБ РФ реализована и учитывает номиналы валют.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>
                <a:latin typeface="Calibri"/>
                <a:ea typeface="Calibri"/>
                <a:cs typeface="Calibri"/>
              </a:rPr>
              <a:t> История операций сохраняется между сессиями и пересчитывается по актуальным курсам.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>
                <a:latin typeface="Calibri"/>
                <a:ea typeface="Calibri"/>
                <a:cs typeface="Calibri"/>
              </a:rPr>
              <a:t> Интерфейс адаптивен для мобильных устройств; проект собран через Vite и задеплоен.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>
                <a:latin typeface="Calibri"/>
                <a:ea typeface="Calibri"/>
                <a:cs typeface="Calibri"/>
              </a:rPr>
              <a:t>Проект доступен: </a:t>
            </a:r>
            <a:r>
              <a:rPr lang="en-US" sz="1700" dirty="0">
                <a:latin typeface="Calibri"/>
                <a:ea typeface="Calibri"/>
                <a:cs typeface="Calibri"/>
                <a:hlinkClick r:id="rId2"/>
              </a:rPr>
              <a:t>https://gtxpit.github.io/currencies</a:t>
            </a:r>
            <a:endParaRPr lang="en-US" sz="1700" dirty="0">
              <a:latin typeface="Calibri"/>
              <a:ea typeface="Calibri"/>
              <a:cs typeface="Calibri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>
              <a:latin typeface="Calibri"/>
              <a:ea typeface="Calibri"/>
              <a:cs typeface="Calibri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>
              <a:latin typeface="Calibri"/>
              <a:ea typeface="Calibri"/>
              <a:cs typeface="Calibri"/>
            </a:endParaRPr>
          </a:p>
        </p:txBody>
      </p:sp>
      <p:pic>
        <p:nvPicPr>
          <p:cNvPr id="5" name="Рисунок 4" descr="Изображение выглядит как шаблон, прямоугольный, Прямоугольник, пиксель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CED4DF0-8D4C-BACB-F442-ACB43766CC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0610" y="1071282"/>
            <a:ext cx="4737650" cy="47376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9A81E2B-7FC3-23E5-35BA-DEF3C66B93B2}"/>
              </a:ext>
            </a:extLst>
          </p:cNvPr>
          <p:cNvSpPr txBox="1"/>
          <p:nvPr/>
        </p:nvSpPr>
        <p:spPr>
          <a:xfrm>
            <a:off x="7141308" y="5890846"/>
            <a:ext cx="3722077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latin typeface="Calibri"/>
                <a:ea typeface="Calibri"/>
                <a:cs typeface="Calibri"/>
              </a:rPr>
              <a:t>Сканируйте, чтобы открыть сайт!</a:t>
            </a:r>
          </a:p>
          <a:p>
            <a:pPr algn="ctr"/>
            <a:endParaRPr lang="ru-RU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550325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Широкоэкранный</PresentationFormat>
  <Paragraphs>0</Paragraphs>
  <Slides>10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1" baseType="lpstr"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315</cp:revision>
  <dcterms:created xsi:type="dcterms:W3CDTF">2026-05-21T07:56:17Z</dcterms:created>
  <dcterms:modified xsi:type="dcterms:W3CDTF">2026-05-21T09:03:22Z</dcterms:modified>
</cp:coreProperties>
</file>